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image19.png" ContentType="image/jpeg"/>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27432000" cy="41148000"/>
  <p:notesSz cx="41148000" cy="2743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B3C15"/>
    <a:srgbClr val="55661A"/>
    <a:srgbClr val="DACBB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A6325F-E10C-4BDD-910D-CECBBDE67D5E}" v="47" dt="2026-08-14T21:43:59.4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608"/>
    <p:restoredTop sz="94610"/>
  </p:normalViewPr>
  <p:slideViewPr>
    <p:cSldViewPr snapToGrid="0" snapToObjects="1">
      <p:cViewPr>
        <p:scale>
          <a:sx n="60" d="100"/>
          <a:sy n="60" d="100"/>
        </p:scale>
        <p:origin x="-520" y="-97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yerinde, Oyebade" userId="f294ce15-39ac-4fb2-b2ee-0e1998b696e2" providerId="ADAL" clId="{9E46FD96-54A0-4FCE-A20D-C2CDF3CECC33}"/>
    <pc:docChg chg="undo redo custSel modSld">
      <pc:chgData name="Oyerinde, Oyebade" userId="f294ce15-39ac-4fb2-b2ee-0e1998b696e2" providerId="ADAL" clId="{9E46FD96-54A0-4FCE-A20D-C2CDF3CECC33}" dt="2026-08-14T21:59:49.772" v="2994" actId="14100"/>
      <pc:docMkLst>
        <pc:docMk/>
      </pc:docMkLst>
      <pc:sldChg chg="addSp delSp modSp mod">
        <pc:chgData name="Oyerinde, Oyebade" userId="f294ce15-39ac-4fb2-b2ee-0e1998b696e2" providerId="ADAL" clId="{9E46FD96-54A0-4FCE-A20D-C2CDF3CECC33}" dt="2026-08-14T21:59:49.772" v="2994" actId="14100"/>
        <pc:sldMkLst>
          <pc:docMk/>
          <pc:sldMk cId="0" sldId="256"/>
        </pc:sldMkLst>
        <pc:spChg chg="mod">
          <ac:chgData name="Oyerinde, Oyebade" userId="f294ce15-39ac-4fb2-b2ee-0e1998b696e2" providerId="ADAL" clId="{9E46FD96-54A0-4FCE-A20D-C2CDF3CECC33}" dt="2026-08-13T17:08:52.828" v="1858" actId="14100"/>
          <ac:spMkLst>
            <pc:docMk/>
            <pc:sldMk cId="0" sldId="256"/>
            <ac:spMk id="2" creationId="{00000000-0000-0000-0000-000000000000}"/>
          </ac:spMkLst>
        </pc:spChg>
        <pc:spChg chg="mod">
          <ac:chgData name="Oyerinde, Oyebade" userId="f294ce15-39ac-4fb2-b2ee-0e1998b696e2" providerId="ADAL" clId="{9E46FD96-54A0-4FCE-A20D-C2CDF3CECC33}" dt="2026-08-13T17:10:03.780" v="1864" actId="1076"/>
          <ac:spMkLst>
            <pc:docMk/>
            <pc:sldMk cId="0" sldId="256"/>
            <ac:spMk id="6" creationId="{00000000-0000-0000-0000-000000000000}"/>
          </ac:spMkLst>
        </pc:spChg>
        <pc:spChg chg="mod">
          <ac:chgData name="Oyerinde, Oyebade" userId="f294ce15-39ac-4fb2-b2ee-0e1998b696e2" providerId="ADAL" clId="{9E46FD96-54A0-4FCE-A20D-C2CDF3CECC33}" dt="2026-08-13T22:25:33.931" v="2061"/>
          <ac:spMkLst>
            <pc:docMk/>
            <pc:sldMk cId="0" sldId="256"/>
            <ac:spMk id="7" creationId="{00000000-0000-0000-0000-000000000000}"/>
          </ac:spMkLst>
        </pc:spChg>
        <pc:spChg chg="mod">
          <ac:chgData name="Oyerinde, Oyebade" userId="f294ce15-39ac-4fb2-b2ee-0e1998b696e2" providerId="ADAL" clId="{9E46FD96-54A0-4FCE-A20D-C2CDF3CECC33}" dt="2026-08-13T17:32:05.421" v="1924" actId="1076"/>
          <ac:spMkLst>
            <pc:docMk/>
            <pc:sldMk cId="0" sldId="256"/>
            <ac:spMk id="8" creationId="{00000000-0000-0000-0000-000000000000}"/>
          </ac:spMkLst>
        </pc:spChg>
        <pc:spChg chg="mod">
          <ac:chgData name="Oyerinde, Oyebade" userId="f294ce15-39ac-4fb2-b2ee-0e1998b696e2" providerId="ADAL" clId="{9E46FD96-54A0-4FCE-A20D-C2CDF3CECC33}" dt="2026-08-13T17:32:05.421" v="1924" actId="1076"/>
          <ac:spMkLst>
            <pc:docMk/>
            <pc:sldMk cId="0" sldId="256"/>
            <ac:spMk id="9" creationId="{00000000-0000-0000-0000-000000000000}"/>
          </ac:spMkLst>
        </pc:spChg>
        <pc:spChg chg="del mod">
          <ac:chgData name="Oyerinde, Oyebade" userId="f294ce15-39ac-4fb2-b2ee-0e1998b696e2" providerId="ADAL" clId="{9E46FD96-54A0-4FCE-A20D-C2CDF3CECC33}" dt="2026-08-13T16:30:19.028" v="1764" actId="478"/>
          <ac:spMkLst>
            <pc:docMk/>
            <pc:sldMk cId="0" sldId="256"/>
            <ac:spMk id="10" creationId="{00000000-0000-0000-0000-000000000000}"/>
          </ac:spMkLst>
        </pc:spChg>
        <pc:spChg chg="del mod">
          <ac:chgData name="Oyerinde, Oyebade" userId="f294ce15-39ac-4fb2-b2ee-0e1998b696e2" providerId="ADAL" clId="{9E46FD96-54A0-4FCE-A20D-C2CDF3CECC33}" dt="2026-08-13T17:22:25.422" v="1908" actId="478"/>
          <ac:spMkLst>
            <pc:docMk/>
            <pc:sldMk cId="0" sldId="256"/>
            <ac:spMk id="11" creationId="{00000000-0000-0000-0000-000000000000}"/>
          </ac:spMkLst>
        </pc:spChg>
        <pc:spChg chg="del mod">
          <ac:chgData name="Oyerinde, Oyebade" userId="f294ce15-39ac-4fb2-b2ee-0e1998b696e2" providerId="ADAL" clId="{9E46FD96-54A0-4FCE-A20D-C2CDF3CECC33}" dt="2026-08-13T17:30:18.971" v="1910" actId="478"/>
          <ac:spMkLst>
            <pc:docMk/>
            <pc:sldMk cId="0" sldId="256"/>
            <ac:spMk id="12" creationId="{00000000-0000-0000-0000-000000000000}"/>
          </ac:spMkLst>
        </pc:spChg>
        <pc:spChg chg="mod">
          <ac:chgData name="Oyerinde, Oyebade" userId="f294ce15-39ac-4fb2-b2ee-0e1998b696e2" providerId="ADAL" clId="{9E46FD96-54A0-4FCE-A20D-C2CDF3CECC33}" dt="2026-08-13T17:20:21.756" v="1901" actId="1076"/>
          <ac:spMkLst>
            <pc:docMk/>
            <pc:sldMk cId="0" sldId="256"/>
            <ac:spMk id="13" creationId="{00000000-0000-0000-0000-000000000000}"/>
          </ac:spMkLst>
        </pc:spChg>
        <pc:spChg chg="mod">
          <ac:chgData name="Oyerinde, Oyebade" userId="f294ce15-39ac-4fb2-b2ee-0e1998b696e2" providerId="ADAL" clId="{9E46FD96-54A0-4FCE-A20D-C2CDF3CECC33}" dt="2026-08-13T17:20:21.756" v="1901" actId="1076"/>
          <ac:spMkLst>
            <pc:docMk/>
            <pc:sldMk cId="0" sldId="256"/>
            <ac:spMk id="14" creationId="{00000000-0000-0000-0000-000000000000}"/>
          </ac:spMkLst>
        </pc:spChg>
        <pc:spChg chg="del">
          <ac:chgData name="Oyerinde, Oyebade" userId="f294ce15-39ac-4fb2-b2ee-0e1998b696e2" providerId="ADAL" clId="{9E46FD96-54A0-4FCE-A20D-C2CDF3CECC33}" dt="2026-08-13T16:45:37.527" v="1827" actId="478"/>
          <ac:spMkLst>
            <pc:docMk/>
            <pc:sldMk cId="0" sldId="256"/>
            <ac:spMk id="15" creationId="{00000000-0000-0000-0000-000000000000}"/>
          </ac:spMkLst>
        </pc:spChg>
        <pc:spChg chg="mod">
          <ac:chgData name="Oyerinde, Oyebade" userId="f294ce15-39ac-4fb2-b2ee-0e1998b696e2" providerId="ADAL" clId="{9E46FD96-54A0-4FCE-A20D-C2CDF3CECC33}" dt="2026-08-13T17:20:21.756" v="1901" actId="1076"/>
          <ac:spMkLst>
            <pc:docMk/>
            <pc:sldMk cId="0" sldId="256"/>
            <ac:spMk id="16" creationId="{00000000-0000-0000-0000-000000000000}"/>
          </ac:spMkLst>
        </pc:spChg>
        <pc:spChg chg="mod">
          <ac:chgData name="Oyerinde, Oyebade" userId="f294ce15-39ac-4fb2-b2ee-0e1998b696e2" providerId="ADAL" clId="{9E46FD96-54A0-4FCE-A20D-C2CDF3CECC33}" dt="2026-08-13T16:44:50.898" v="1825" actId="1076"/>
          <ac:spMkLst>
            <pc:docMk/>
            <pc:sldMk cId="0" sldId="256"/>
            <ac:spMk id="17" creationId="{00000000-0000-0000-0000-000000000000}"/>
          </ac:spMkLst>
        </pc:spChg>
        <pc:spChg chg="mod">
          <ac:chgData name="Oyerinde, Oyebade" userId="f294ce15-39ac-4fb2-b2ee-0e1998b696e2" providerId="ADAL" clId="{9E46FD96-54A0-4FCE-A20D-C2CDF3CECC33}" dt="2026-08-13T16:44:50.898" v="1825" actId="1076"/>
          <ac:spMkLst>
            <pc:docMk/>
            <pc:sldMk cId="0" sldId="256"/>
            <ac:spMk id="18" creationId="{00000000-0000-0000-0000-000000000000}"/>
          </ac:spMkLst>
        </pc:spChg>
        <pc:spChg chg="del">
          <ac:chgData name="Oyerinde, Oyebade" userId="f294ce15-39ac-4fb2-b2ee-0e1998b696e2" providerId="ADAL" clId="{9E46FD96-54A0-4FCE-A20D-C2CDF3CECC33}" dt="2026-08-13T00:23:15.186" v="436" actId="478"/>
          <ac:spMkLst>
            <pc:docMk/>
            <pc:sldMk cId="0" sldId="256"/>
            <ac:spMk id="19" creationId="{00000000-0000-0000-0000-000000000000}"/>
          </ac:spMkLst>
        </pc:spChg>
        <pc:spChg chg="mod">
          <ac:chgData name="Oyerinde, Oyebade" userId="f294ce15-39ac-4fb2-b2ee-0e1998b696e2" providerId="ADAL" clId="{9E46FD96-54A0-4FCE-A20D-C2CDF3CECC33}" dt="2026-08-13T22:21:13.065" v="2051" actId="1076"/>
          <ac:spMkLst>
            <pc:docMk/>
            <pc:sldMk cId="0" sldId="256"/>
            <ac:spMk id="21" creationId="{00000000-0000-0000-0000-000000000000}"/>
          </ac:spMkLst>
        </pc:spChg>
        <pc:spChg chg="mod">
          <ac:chgData name="Oyerinde, Oyebade" userId="f294ce15-39ac-4fb2-b2ee-0e1998b696e2" providerId="ADAL" clId="{9E46FD96-54A0-4FCE-A20D-C2CDF3CECC33}" dt="2026-08-13T22:21:02.012" v="2050" actId="1076"/>
          <ac:spMkLst>
            <pc:docMk/>
            <pc:sldMk cId="0" sldId="256"/>
            <ac:spMk id="22" creationId="{00000000-0000-0000-0000-000000000000}"/>
          </ac:spMkLst>
        </pc:spChg>
        <pc:spChg chg="mod">
          <ac:chgData name="Oyerinde, Oyebade" userId="f294ce15-39ac-4fb2-b2ee-0e1998b696e2" providerId="ADAL" clId="{9E46FD96-54A0-4FCE-A20D-C2CDF3CECC33}" dt="2026-08-13T17:15:40.661" v="1875" actId="1076"/>
          <ac:spMkLst>
            <pc:docMk/>
            <pc:sldMk cId="0" sldId="256"/>
            <ac:spMk id="23" creationId="{00000000-0000-0000-0000-000000000000}"/>
          </ac:spMkLst>
        </pc:spChg>
        <pc:spChg chg="mod">
          <ac:chgData name="Oyerinde, Oyebade" userId="f294ce15-39ac-4fb2-b2ee-0e1998b696e2" providerId="ADAL" clId="{9E46FD96-54A0-4FCE-A20D-C2CDF3CECC33}" dt="2026-08-13T17:33:07.248" v="1932" actId="1076"/>
          <ac:spMkLst>
            <pc:docMk/>
            <pc:sldMk cId="0" sldId="256"/>
            <ac:spMk id="24" creationId="{00000000-0000-0000-0000-000000000000}"/>
          </ac:spMkLst>
        </pc:spChg>
        <pc:spChg chg="del">
          <ac:chgData name="Oyerinde, Oyebade" userId="f294ce15-39ac-4fb2-b2ee-0e1998b696e2" providerId="ADAL" clId="{9E46FD96-54A0-4FCE-A20D-C2CDF3CECC33}" dt="2026-08-13T17:08:13.886" v="1856" actId="478"/>
          <ac:spMkLst>
            <pc:docMk/>
            <pc:sldMk cId="0" sldId="256"/>
            <ac:spMk id="25" creationId="{00000000-0000-0000-0000-000000000000}"/>
          </ac:spMkLst>
        </pc:spChg>
        <pc:spChg chg="mod">
          <ac:chgData name="Oyerinde, Oyebade" userId="f294ce15-39ac-4fb2-b2ee-0e1998b696e2" providerId="ADAL" clId="{9E46FD96-54A0-4FCE-A20D-C2CDF3CECC33}" dt="2026-08-13T17:19:58.480" v="1898" actId="1076"/>
          <ac:spMkLst>
            <pc:docMk/>
            <pc:sldMk cId="0" sldId="256"/>
            <ac:spMk id="27" creationId="{00000000-0000-0000-0000-000000000000}"/>
          </ac:spMkLst>
        </pc:spChg>
        <pc:spChg chg="mod">
          <ac:chgData name="Oyerinde, Oyebade" userId="f294ce15-39ac-4fb2-b2ee-0e1998b696e2" providerId="ADAL" clId="{9E46FD96-54A0-4FCE-A20D-C2CDF3CECC33}" dt="2026-08-13T17:19:58.480" v="1898" actId="1076"/>
          <ac:spMkLst>
            <pc:docMk/>
            <pc:sldMk cId="0" sldId="256"/>
            <ac:spMk id="28" creationId="{00000000-0000-0000-0000-000000000000}"/>
          </ac:spMkLst>
        </pc:spChg>
        <pc:spChg chg="mod">
          <ac:chgData name="Oyerinde, Oyebade" userId="f294ce15-39ac-4fb2-b2ee-0e1998b696e2" providerId="ADAL" clId="{9E46FD96-54A0-4FCE-A20D-C2CDF3CECC33}" dt="2026-08-13T17:19:48.619" v="1897" actId="1076"/>
          <ac:spMkLst>
            <pc:docMk/>
            <pc:sldMk cId="0" sldId="256"/>
            <ac:spMk id="29" creationId="{00000000-0000-0000-0000-000000000000}"/>
          </ac:spMkLst>
        </pc:spChg>
        <pc:spChg chg="mod">
          <ac:chgData name="Oyerinde, Oyebade" userId="f294ce15-39ac-4fb2-b2ee-0e1998b696e2" providerId="ADAL" clId="{9E46FD96-54A0-4FCE-A20D-C2CDF3CECC33}" dt="2026-08-13T17:19:48.619" v="1897" actId="1076"/>
          <ac:spMkLst>
            <pc:docMk/>
            <pc:sldMk cId="0" sldId="256"/>
            <ac:spMk id="30" creationId="{00000000-0000-0000-0000-000000000000}"/>
          </ac:spMkLst>
        </pc:spChg>
        <pc:spChg chg="mod">
          <ac:chgData name="Oyerinde, Oyebade" userId="f294ce15-39ac-4fb2-b2ee-0e1998b696e2" providerId="ADAL" clId="{9E46FD96-54A0-4FCE-A20D-C2CDF3CECC33}" dt="2026-08-13T17:19:28.822" v="1895" actId="1076"/>
          <ac:spMkLst>
            <pc:docMk/>
            <pc:sldMk cId="0" sldId="256"/>
            <ac:spMk id="31" creationId="{00000000-0000-0000-0000-000000000000}"/>
          </ac:spMkLst>
        </pc:spChg>
        <pc:spChg chg="mod">
          <ac:chgData name="Oyerinde, Oyebade" userId="f294ce15-39ac-4fb2-b2ee-0e1998b696e2" providerId="ADAL" clId="{9E46FD96-54A0-4FCE-A20D-C2CDF3CECC33}" dt="2026-08-13T17:19:28.822" v="1895" actId="1076"/>
          <ac:spMkLst>
            <pc:docMk/>
            <pc:sldMk cId="0" sldId="256"/>
            <ac:spMk id="32" creationId="{00000000-0000-0000-0000-000000000000}"/>
          </ac:spMkLst>
        </pc:spChg>
        <pc:spChg chg="del">
          <ac:chgData name="Oyerinde, Oyebade" userId="f294ce15-39ac-4fb2-b2ee-0e1998b696e2" providerId="ADAL" clId="{9E46FD96-54A0-4FCE-A20D-C2CDF3CECC33}" dt="2026-08-13T16:46:59.935" v="1830" actId="478"/>
          <ac:spMkLst>
            <pc:docMk/>
            <pc:sldMk cId="0" sldId="256"/>
            <ac:spMk id="33" creationId="{00000000-0000-0000-0000-000000000000}"/>
          </ac:spMkLst>
        </pc:spChg>
        <pc:spChg chg="mod">
          <ac:chgData name="Oyerinde, Oyebade" userId="f294ce15-39ac-4fb2-b2ee-0e1998b696e2" providerId="ADAL" clId="{9E46FD96-54A0-4FCE-A20D-C2CDF3CECC33}" dt="2026-08-14T11:54:11.364" v="2236" actId="1076"/>
          <ac:spMkLst>
            <pc:docMk/>
            <pc:sldMk cId="0" sldId="256"/>
            <ac:spMk id="34" creationId="{00000000-0000-0000-0000-000000000000}"/>
          </ac:spMkLst>
        </pc:spChg>
        <pc:spChg chg="del">
          <ac:chgData name="Oyerinde, Oyebade" userId="f294ce15-39ac-4fb2-b2ee-0e1998b696e2" providerId="ADAL" clId="{9E46FD96-54A0-4FCE-A20D-C2CDF3CECC33}" dt="2026-08-13T16:24:10.833" v="1735" actId="478"/>
          <ac:spMkLst>
            <pc:docMk/>
            <pc:sldMk cId="0" sldId="256"/>
            <ac:spMk id="35" creationId="{00000000-0000-0000-0000-000000000000}"/>
          </ac:spMkLst>
        </pc:spChg>
        <pc:spChg chg="del">
          <ac:chgData name="Oyerinde, Oyebade" userId="f294ce15-39ac-4fb2-b2ee-0e1998b696e2" providerId="ADAL" clId="{9E46FD96-54A0-4FCE-A20D-C2CDF3CECC33}" dt="2026-08-13T16:24:17.787" v="1736" actId="478"/>
          <ac:spMkLst>
            <pc:docMk/>
            <pc:sldMk cId="0" sldId="256"/>
            <ac:spMk id="36" creationId="{00000000-0000-0000-0000-000000000000}"/>
          </ac:spMkLst>
        </pc:spChg>
        <pc:spChg chg="mod">
          <ac:chgData name="Oyerinde, Oyebade" userId="f294ce15-39ac-4fb2-b2ee-0e1998b696e2" providerId="ADAL" clId="{9E46FD96-54A0-4FCE-A20D-C2CDF3CECC33}" dt="2026-08-13T16:49:49.861" v="1846" actId="1076"/>
          <ac:spMkLst>
            <pc:docMk/>
            <pc:sldMk cId="0" sldId="256"/>
            <ac:spMk id="37" creationId="{00000000-0000-0000-0000-000000000000}"/>
          </ac:spMkLst>
        </pc:spChg>
        <pc:spChg chg="mod">
          <ac:chgData name="Oyerinde, Oyebade" userId="f294ce15-39ac-4fb2-b2ee-0e1998b696e2" providerId="ADAL" clId="{9E46FD96-54A0-4FCE-A20D-C2CDF3CECC33}" dt="2026-08-13T16:49:49.861" v="1846" actId="1076"/>
          <ac:spMkLst>
            <pc:docMk/>
            <pc:sldMk cId="0" sldId="256"/>
            <ac:spMk id="38" creationId="{00000000-0000-0000-0000-000000000000}"/>
          </ac:spMkLst>
        </pc:spChg>
        <pc:spChg chg="del">
          <ac:chgData name="Oyerinde, Oyebade" userId="f294ce15-39ac-4fb2-b2ee-0e1998b696e2" providerId="ADAL" clId="{9E46FD96-54A0-4FCE-A20D-C2CDF3CECC33}" dt="2026-08-13T16:48:47.042" v="1842" actId="478"/>
          <ac:spMkLst>
            <pc:docMk/>
            <pc:sldMk cId="0" sldId="256"/>
            <ac:spMk id="39" creationId="{00000000-0000-0000-0000-000000000000}"/>
          </ac:spMkLst>
        </pc:spChg>
        <pc:spChg chg="mod">
          <ac:chgData name="Oyerinde, Oyebade" userId="f294ce15-39ac-4fb2-b2ee-0e1998b696e2" providerId="ADAL" clId="{9E46FD96-54A0-4FCE-A20D-C2CDF3CECC33}" dt="2026-08-14T21:52:41.479" v="2975" actId="20577"/>
          <ac:spMkLst>
            <pc:docMk/>
            <pc:sldMk cId="0" sldId="256"/>
            <ac:spMk id="40" creationId="{00000000-0000-0000-0000-000000000000}"/>
          </ac:spMkLst>
        </pc:spChg>
        <pc:spChg chg="mod">
          <ac:chgData name="Oyerinde, Oyebade" userId="f294ce15-39ac-4fb2-b2ee-0e1998b696e2" providerId="ADAL" clId="{9E46FD96-54A0-4FCE-A20D-C2CDF3CECC33}" dt="2026-08-13T16:49:49.861" v="1846" actId="1076"/>
          <ac:spMkLst>
            <pc:docMk/>
            <pc:sldMk cId="0" sldId="256"/>
            <ac:spMk id="41" creationId="{00000000-0000-0000-0000-000000000000}"/>
          </ac:spMkLst>
        </pc:spChg>
        <pc:spChg chg="del">
          <ac:chgData name="Oyerinde, Oyebade" userId="f294ce15-39ac-4fb2-b2ee-0e1998b696e2" providerId="ADAL" clId="{9E46FD96-54A0-4FCE-A20D-C2CDF3CECC33}" dt="2026-08-13T15:17:44.870" v="1727" actId="478"/>
          <ac:spMkLst>
            <pc:docMk/>
            <pc:sldMk cId="0" sldId="256"/>
            <ac:spMk id="42" creationId="{00000000-0000-0000-0000-000000000000}"/>
          </ac:spMkLst>
        </pc:spChg>
        <pc:spChg chg="del">
          <ac:chgData name="Oyerinde, Oyebade" userId="f294ce15-39ac-4fb2-b2ee-0e1998b696e2" providerId="ADAL" clId="{9E46FD96-54A0-4FCE-A20D-C2CDF3CECC33}" dt="2026-08-13T15:17:48.836" v="1728" actId="478"/>
          <ac:spMkLst>
            <pc:docMk/>
            <pc:sldMk cId="0" sldId="256"/>
            <ac:spMk id="43" creationId="{00000000-0000-0000-0000-000000000000}"/>
          </ac:spMkLst>
        </pc:spChg>
        <pc:spChg chg="mod">
          <ac:chgData name="Oyerinde, Oyebade" userId="f294ce15-39ac-4fb2-b2ee-0e1998b696e2" providerId="ADAL" clId="{9E46FD96-54A0-4FCE-A20D-C2CDF3CECC33}" dt="2026-08-14T11:57:46.096" v="2244" actId="14100"/>
          <ac:spMkLst>
            <pc:docMk/>
            <pc:sldMk cId="0" sldId="256"/>
            <ac:spMk id="44" creationId="{00000000-0000-0000-0000-000000000000}"/>
          </ac:spMkLst>
        </pc:spChg>
        <pc:spChg chg="mod">
          <ac:chgData name="Oyerinde, Oyebade" userId="f294ce15-39ac-4fb2-b2ee-0e1998b696e2" providerId="ADAL" clId="{9E46FD96-54A0-4FCE-A20D-C2CDF3CECC33}" dt="2026-08-14T12:12:31.504" v="2793" actId="2711"/>
          <ac:spMkLst>
            <pc:docMk/>
            <pc:sldMk cId="0" sldId="256"/>
            <ac:spMk id="45" creationId="{00000000-0000-0000-0000-000000000000}"/>
          </ac:spMkLst>
        </pc:spChg>
        <pc:spChg chg="mod">
          <ac:chgData name="Oyerinde, Oyebade" userId="f294ce15-39ac-4fb2-b2ee-0e1998b696e2" providerId="ADAL" clId="{9E46FD96-54A0-4FCE-A20D-C2CDF3CECC33}" dt="2026-08-14T12:05:32.395" v="2784" actId="1076"/>
          <ac:spMkLst>
            <pc:docMk/>
            <pc:sldMk cId="0" sldId="256"/>
            <ac:spMk id="46" creationId="{00000000-0000-0000-0000-000000000000}"/>
          </ac:spMkLst>
        </pc:spChg>
        <pc:spChg chg="mod">
          <ac:chgData name="Oyerinde, Oyebade" userId="f294ce15-39ac-4fb2-b2ee-0e1998b696e2" providerId="ADAL" clId="{9E46FD96-54A0-4FCE-A20D-C2CDF3CECC33}" dt="2026-08-14T12:05:32.395" v="2784" actId="1076"/>
          <ac:spMkLst>
            <pc:docMk/>
            <pc:sldMk cId="0" sldId="256"/>
            <ac:spMk id="47" creationId="{00000000-0000-0000-0000-000000000000}"/>
          </ac:spMkLst>
        </pc:spChg>
        <pc:spChg chg="del mod">
          <ac:chgData name="Oyerinde, Oyebade" userId="f294ce15-39ac-4fb2-b2ee-0e1998b696e2" providerId="ADAL" clId="{9E46FD96-54A0-4FCE-A20D-C2CDF3CECC33}" dt="2026-08-13T16:38:00.402" v="1795" actId="478"/>
          <ac:spMkLst>
            <pc:docMk/>
            <pc:sldMk cId="0" sldId="256"/>
            <ac:spMk id="48" creationId="{00000000-0000-0000-0000-000000000000}"/>
          </ac:spMkLst>
        </pc:spChg>
        <pc:spChg chg="mod">
          <ac:chgData name="Oyerinde, Oyebade" userId="f294ce15-39ac-4fb2-b2ee-0e1998b696e2" providerId="ADAL" clId="{9E46FD96-54A0-4FCE-A20D-C2CDF3CECC33}" dt="2026-08-14T21:46:21.251" v="2970" actId="255"/>
          <ac:spMkLst>
            <pc:docMk/>
            <pc:sldMk cId="0" sldId="256"/>
            <ac:spMk id="49" creationId="{00000000-0000-0000-0000-000000000000}"/>
          </ac:spMkLst>
        </pc:spChg>
        <pc:spChg chg="mod">
          <ac:chgData name="Oyerinde, Oyebade" userId="f294ce15-39ac-4fb2-b2ee-0e1998b696e2" providerId="ADAL" clId="{9E46FD96-54A0-4FCE-A20D-C2CDF3CECC33}" dt="2026-08-14T21:46:57.558" v="2971" actId="1076"/>
          <ac:spMkLst>
            <pc:docMk/>
            <pc:sldMk cId="0" sldId="256"/>
            <ac:spMk id="50" creationId="{00000000-0000-0000-0000-000000000000}"/>
          </ac:spMkLst>
        </pc:spChg>
        <pc:spChg chg="mod">
          <ac:chgData name="Oyerinde, Oyebade" userId="f294ce15-39ac-4fb2-b2ee-0e1998b696e2" providerId="ADAL" clId="{9E46FD96-54A0-4FCE-A20D-C2CDF3CECC33}" dt="2026-08-14T21:46:57.558" v="2971" actId="1076"/>
          <ac:spMkLst>
            <pc:docMk/>
            <pc:sldMk cId="0" sldId="256"/>
            <ac:spMk id="51" creationId="{00000000-0000-0000-0000-000000000000}"/>
          </ac:spMkLst>
        </pc:spChg>
        <pc:spChg chg="del">
          <ac:chgData name="Oyerinde, Oyebade" userId="f294ce15-39ac-4fb2-b2ee-0e1998b696e2" providerId="ADAL" clId="{9E46FD96-54A0-4FCE-A20D-C2CDF3CECC33}" dt="2026-08-13T16:37:18.600" v="1792" actId="478"/>
          <ac:spMkLst>
            <pc:docMk/>
            <pc:sldMk cId="0" sldId="256"/>
            <ac:spMk id="52" creationId="{00000000-0000-0000-0000-000000000000}"/>
          </ac:spMkLst>
        </pc:spChg>
        <pc:spChg chg="mod">
          <ac:chgData name="Oyerinde, Oyebade" userId="f294ce15-39ac-4fb2-b2ee-0e1998b696e2" providerId="ADAL" clId="{9E46FD96-54A0-4FCE-A20D-C2CDF3CECC33}" dt="2026-08-14T21:47:12.542" v="2973" actId="14100"/>
          <ac:spMkLst>
            <pc:docMk/>
            <pc:sldMk cId="0" sldId="256"/>
            <ac:spMk id="53" creationId="{00000000-0000-0000-0000-000000000000}"/>
          </ac:spMkLst>
        </pc:spChg>
        <pc:spChg chg="mod">
          <ac:chgData name="Oyerinde, Oyebade" userId="f294ce15-39ac-4fb2-b2ee-0e1998b696e2" providerId="ADAL" clId="{9E46FD96-54A0-4FCE-A20D-C2CDF3CECC33}" dt="2026-08-13T17:18:38.708" v="1889" actId="1076"/>
          <ac:spMkLst>
            <pc:docMk/>
            <pc:sldMk cId="0" sldId="256"/>
            <ac:spMk id="54" creationId="{00000000-0000-0000-0000-000000000000}"/>
          </ac:spMkLst>
        </pc:spChg>
        <pc:spChg chg="mod">
          <ac:chgData name="Oyerinde, Oyebade" userId="f294ce15-39ac-4fb2-b2ee-0e1998b696e2" providerId="ADAL" clId="{9E46FD96-54A0-4FCE-A20D-C2CDF3CECC33}" dt="2026-08-13T17:18:38.708" v="1889" actId="1076"/>
          <ac:spMkLst>
            <pc:docMk/>
            <pc:sldMk cId="0" sldId="256"/>
            <ac:spMk id="55" creationId="{00000000-0000-0000-0000-000000000000}"/>
          </ac:spMkLst>
        </pc:spChg>
        <pc:spChg chg="del">
          <ac:chgData name="Oyerinde, Oyebade" userId="f294ce15-39ac-4fb2-b2ee-0e1998b696e2" providerId="ADAL" clId="{9E46FD96-54A0-4FCE-A20D-C2CDF3CECC33}" dt="2026-08-13T16:34:51.195" v="1783" actId="478"/>
          <ac:spMkLst>
            <pc:docMk/>
            <pc:sldMk cId="0" sldId="256"/>
            <ac:spMk id="56" creationId="{00000000-0000-0000-0000-000000000000}"/>
          </ac:spMkLst>
        </pc:spChg>
        <pc:spChg chg="mod">
          <ac:chgData name="Oyerinde, Oyebade" userId="f294ce15-39ac-4fb2-b2ee-0e1998b696e2" providerId="ADAL" clId="{9E46FD96-54A0-4FCE-A20D-C2CDF3CECC33}" dt="2026-08-13T22:34:54.793" v="2075" actId="1076"/>
          <ac:spMkLst>
            <pc:docMk/>
            <pc:sldMk cId="0" sldId="256"/>
            <ac:spMk id="57" creationId="{00000000-0000-0000-0000-000000000000}"/>
          </ac:spMkLst>
        </pc:spChg>
        <pc:spChg chg="mod">
          <ac:chgData name="Oyerinde, Oyebade" userId="f294ce15-39ac-4fb2-b2ee-0e1998b696e2" providerId="ADAL" clId="{9E46FD96-54A0-4FCE-A20D-C2CDF3CECC33}" dt="2026-08-13T22:34:54.793" v="2075" actId="1076"/>
          <ac:spMkLst>
            <pc:docMk/>
            <pc:sldMk cId="0" sldId="256"/>
            <ac:spMk id="58" creationId="{00000000-0000-0000-0000-000000000000}"/>
          </ac:spMkLst>
        </pc:spChg>
        <pc:spChg chg="del">
          <ac:chgData name="Oyerinde, Oyebade" userId="f294ce15-39ac-4fb2-b2ee-0e1998b696e2" providerId="ADAL" clId="{9E46FD96-54A0-4FCE-A20D-C2CDF3CECC33}" dt="2026-08-13T16:35:55.017" v="1787" actId="478"/>
          <ac:spMkLst>
            <pc:docMk/>
            <pc:sldMk cId="0" sldId="256"/>
            <ac:spMk id="59" creationId="{00000000-0000-0000-0000-000000000000}"/>
          </ac:spMkLst>
        </pc:spChg>
        <pc:spChg chg="del mod">
          <ac:chgData name="Oyerinde, Oyebade" userId="f294ce15-39ac-4fb2-b2ee-0e1998b696e2" providerId="ADAL" clId="{9E46FD96-54A0-4FCE-A20D-C2CDF3CECC33}" dt="2026-08-13T22:01:53.343" v="2026" actId="478"/>
          <ac:spMkLst>
            <pc:docMk/>
            <pc:sldMk cId="0" sldId="256"/>
            <ac:spMk id="60" creationId="{00000000-0000-0000-0000-000000000000}"/>
          </ac:spMkLst>
        </pc:spChg>
        <pc:spChg chg="add mod">
          <ac:chgData name="Oyerinde, Oyebade" userId="f294ce15-39ac-4fb2-b2ee-0e1998b696e2" providerId="ADAL" clId="{9E46FD96-54A0-4FCE-A20D-C2CDF3CECC33}" dt="2026-08-13T16:40:11.651" v="1808" actId="767"/>
          <ac:spMkLst>
            <pc:docMk/>
            <pc:sldMk cId="0" sldId="256"/>
            <ac:spMk id="67" creationId="{37DF4F7A-3378-1482-1E1A-D9D8B28785DF}"/>
          </ac:spMkLst>
        </pc:spChg>
        <pc:spChg chg="mod">
          <ac:chgData name="Oyerinde, Oyebade" userId="f294ce15-39ac-4fb2-b2ee-0e1998b696e2" providerId="ADAL" clId="{9E46FD96-54A0-4FCE-A20D-C2CDF3CECC33}" dt="2026-08-13T22:44:07.859" v="2232" actId="20577"/>
          <ac:spMkLst>
            <pc:docMk/>
            <pc:sldMk cId="0" sldId="256"/>
            <ac:spMk id="70" creationId="{00000000-0000-0000-0000-000000000000}"/>
          </ac:spMkLst>
        </pc:spChg>
        <pc:spChg chg="mod">
          <ac:chgData name="Oyerinde, Oyebade" userId="f294ce15-39ac-4fb2-b2ee-0e1998b696e2" providerId="ADAL" clId="{9E46FD96-54A0-4FCE-A20D-C2CDF3CECC33}" dt="2026-08-13T22:41:01.937" v="2191" actId="1076"/>
          <ac:spMkLst>
            <pc:docMk/>
            <pc:sldMk cId="0" sldId="256"/>
            <ac:spMk id="71" creationId="{00000000-0000-0000-0000-000000000000}"/>
          </ac:spMkLst>
        </pc:spChg>
        <pc:spChg chg="mod">
          <ac:chgData name="Oyerinde, Oyebade" userId="f294ce15-39ac-4fb2-b2ee-0e1998b696e2" providerId="ADAL" clId="{9E46FD96-54A0-4FCE-A20D-C2CDF3CECC33}" dt="2026-08-13T22:41:01.937" v="2191" actId="1076"/>
          <ac:spMkLst>
            <pc:docMk/>
            <pc:sldMk cId="0" sldId="256"/>
            <ac:spMk id="72" creationId="{00000000-0000-0000-0000-000000000000}"/>
          </ac:spMkLst>
        </pc:spChg>
        <pc:spChg chg="del">
          <ac:chgData name="Oyerinde, Oyebade" userId="f294ce15-39ac-4fb2-b2ee-0e1998b696e2" providerId="ADAL" clId="{9E46FD96-54A0-4FCE-A20D-C2CDF3CECC33}" dt="2026-08-13T16:33:01.345" v="1778" actId="478"/>
          <ac:spMkLst>
            <pc:docMk/>
            <pc:sldMk cId="0" sldId="256"/>
            <ac:spMk id="73" creationId="{00000000-0000-0000-0000-000000000000}"/>
          </ac:spMkLst>
        </pc:spChg>
        <pc:spChg chg="mod">
          <ac:chgData name="Oyerinde, Oyebade" userId="f294ce15-39ac-4fb2-b2ee-0e1998b696e2" providerId="ADAL" clId="{9E46FD96-54A0-4FCE-A20D-C2CDF3CECC33}" dt="2026-08-13T22:40:35.906" v="2189" actId="14100"/>
          <ac:spMkLst>
            <pc:docMk/>
            <pc:sldMk cId="0" sldId="256"/>
            <ac:spMk id="74" creationId="{00000000-0000-0000-0000-000000000000}"/>
          </ac:spMkLst>
        </pc:spChg>
        <pc:spChg chg="mod">
          <ac:chgData name="Oyerinde, Oyebade" userId="f294ce15-39ac-4fb2-b2ee-0e1998b696e2" providerId="ADAL" clId="{9E46FD96-54A0-4FCE-A20D-C2CDF3CECC33}" dt="2026-08-13T22:40:50.983" v="2190" actId="1076"/>
          <ac:spMkLst>
            <pc:docMk/>
            <pc:sldMk cId="0" sldId="256"/>
            <ac:spMk id="75" creationId="{00000000-0000-0000-0000-000000000000}"/>
          </ac:spMkLst>
        </pc:spChg>
        <pc:spChg chg="mod">
          <ac:chgData name="Oyerinde, Oyebade" userId="f294ce15-39ac-4fb2-b2ee-0e1998b696e2" providerId="ADAL" clId="{9E46FD96-54A0-4FCE-A20D-C2CDF3CECC33}" dt="2026-08-13T21:49:50.694" v="2018" actId="1076"/>
          <ac:spMkLst>
            <pc:docMk/>
            <pc:sldMk cId="0" sldId="256"/>
            <ac:spMk id="76" creationId="{00000000-0000-0000-0000-000000000000}"/>
          </ac:spMkLst>
        </pc:spChg>
        <pc:spChg chg="mod">
          <ac:chgData name="Oyerinde, Oyebade" userId="f294ce15-39ac-4fb2-b2ee-0e1998b696e2" providerId="ADAL" clId="{9E46FD96-54A0-4FCE-A20D-C2CDF3CECC33}" dt="2026-08-14T11:54:57.425" v="2237" actId="14100"/>
          <ac:spMkLst>
            <pc:docMk/>
            <pc:sldMk cId="0" sldId="256"/>
            <ac:spMk id="77" creationId="{00000000-0000-0000-0000-000000000000}"/>
          </ac:spMkLst>
        </pc:spChg>
        <pc:spChg chg="mod">
          <ac:chgData name="Oyerinde, Oyebade" userId="f294ce15-39ac-4fb2-b2ee-0e1998b696e2" providerId="ADAL" clId="{9E46FD96-54A0-4FCE-A20D-C2CDF3CECC33}" dt="2026-08-13T22:41:58.516" v="2197" actId="1076"/>
          <ac:spMkLst>
            <pc:docMk/>
            <pc:sldMk cId="0" sldId="256"/>
            <ac:spMk id="78" creationId="{00000000-0000-0000-0000-000000000000}"/>
          </ac:spMkLst>
        </pc:spChg>
        <pc:spChg chg="mod">
          <ac:chgData name="Oyerinde, Oyebade" userId="f294ce15-39ac-4fb2-b2ee-0e1998b696e2" providerId="ADAL" clId="{9E46FD96-54A0-4FCE-A20D-C2CDF3CECC33}" dt="2026-08-13T22:42:10.762" v="2198" actId="14100"/>
          <ac:spMkLst>
            <pc:docMk/>
            <pc:sldMk cId="0" sldId="256"/>
            <ac:spMk id="79" creationId="{00000000-0000-0000-0000-000000000000}"/>
          </ac:spMkLst>
        </pc:spChg>
        <pc:spChg chg="mod">
          <ac:chgData name="Oyerinde, Oyebade" userId="f294ce15-39ac-4fb2-b2ee-0e1998b696e2" providerId="ADAL" clId="{9E46FD96-54A0-4FCE-A20D-C2CDF3CECC33}" dt="2026-08-05T22:51:13.026" v="70" actId="255"/>
          <ac:spMkLst>
            <pc:docMk/>
            <pc:sldMk cId="0" sldId="256"/>
            <ac:spMk id="88" creationId="{00000000-0000-0000-0000-000000000000}"/>
          </ac:spMkLst>
        </pc:spChg>
        <pc:spChg chg="mod">
          <ac:chgData name="Oyerinde, Oyebade" userId="f294ce15-39ac-4fb2-b2ee-0e1998b696e2" providerId="ADAL" clId="{9E46FD96-54A0-4FCE-A20D-C2CDF3CECC33}" dt="2026-08-05T19:45:25.580" v="9"/>
          <ac:spMkLst>
            <pc:docMk/>
            <pc:sldMk cId="0" sldId="256"/>
            <ac:spMk id="94" creationId="{00000000-0000-0000-0000-000000000000}"/>
          </ac:spMkLst>
        </pc:spChg>
        <pc:spChg chg="mod">
          <ac:chgData name="Oyerinde, Oyebade" userId="f294ce15-39ac-4fb2-b2ee-0e1998b696e2" providerId="ADAL" clId="{9E46FD96-54A0-4FCE-A20D-C2CDF3CECC33}" dt="2026-08-13T17:09:30.519" v="1860" actId="1076"/>
          <ac:spMkLst>
            <pc:docMk/>
            <pc:sldMk cId="0" sldId="256"/>
            <ac:spMk id="102" creationId="{2BFFB601-E1CE-E3E6-5A51-4EEE60F8D9D6}"/>
          </ac:spMkLst>
        </pc:spChg>
        <pc:spChg chg="mod">
          <ac:chgData name="Oyerinde, Oyebade" userId="f294ce15-39ac-4fb2-b2ee-0e1998b696e2" providerId="ADAL" clId="{9E46FD96-54A0-4FCE-A20D-C2CDF3CECC33}" dt="2026-08-13T17:10:30.680" v="1865" actId="1076"/>
          <ac:spMkLst>
            <pc:docMk/>
            <pc:sldMk cId="0" sldId="256"/>
            <ac:spMk id="119" creationId="{42D05EC9-5BDF-BA7D-A67A-D2576C37846F}"/>
          </ac:spMkLst>
        </pc:spChg>
        <pc:graphicFrameChg chg="del mod modGraphic">
          <ac:chgData name="Oyerinde, Oyebade" userId="f294ce15-39ac-4fb2-b2ee-0e1998b696e2" providerId="ADAL" clId="{9E46FD96-54A0-4FCE-A20D-C2CDF3CECC33}" dt="2026-08-13T22:16:05.804" v="2037" actId="478"/>
          <ac:graphicFrameMkLst>
            <pc:docMk/>
            <pc:sldMk cId="0" sldId="256"/>
            <ac:graphicFrameMk id="20" creationId="{00000000-0000-0000-0000-000000000000}"/>
          </ac:graphicFrameMkLst>
        </pc:graphicFrameChg>
        <pc:graphicFrameChg chg="mod">
          <ac:chgData name="Oyerinde, Oyebade" userId="f294ce15-39ac-4fb2-b2ee-0e1998b696e2" providerId="ADAL" clId="{9E46FD96-54A0-4FCE-A20D-C2CDF3CECC33}" dt="2026-08-13T17:15:40.661" v="1875" actId="1076"/>
          <ac:graphicFrameMkLst>
            <pc:docMk/>
            <pc:sldMk cId="0" sldId="256"/>
            <ac:graphicFrameMk id="26" creationId="{00000000-0000-0000-0000-000000000000}"/>
          </ac:graphicFrameMkLst>
        </pc:graphicFrameChg>
        <pc:picChg chg="add del mod">
          <ac:chgData name="Oyerinde, Oyebade" userId="f294ce15-39ac-4fb2-b2ee-0e1998b696e2" providerId="ADAL" clId="{9E46FD96-54A0-4FCE-A20D-C2CDF3CECC33}" dt="2026-08-13T16:31:25.169" v="1768" actId="478"/>
          <ac:picMkLst>
            <pc:docMk/>
            <pc:sldMk cId="0" sldId="256"/>
            <ac:picMk id="3" creationId="{92459E7D-6EBB-413B-2E4D-9E33D1A2CA91}"/>
          </ac:picMkLst>
        </pc:picChg>
        <pc:picChg chg="add del mod">
          <ac:chgData name="Oyerinde, Oyebade" userId="f294ce15-39ac-4fb2-b2ee-0e1998b696e2" providerId="ADAL" clId="{9E46FD96-54A0-4FCE-A20D-C2CDF3CECC33}" dt="2026-08-14T21:55:17.540" v="2980" actId="478"/>
          <ac:picMkLst>
            <pc:docMk/>
            <pc:sldMk cId="0" sldId="256"/>
            <ac:picMk id="4" creationId="{735243F8-0B29-AB46-FDF6-134B7AC4C369}"/>
          </ac:picMkLst>
        </pc:picChg>
        <pc:picChg chg="add mod">
          <ac:chgData name="Oyerinde, Oyebade" userId="f294ce15-39ac-4fb2-b2ee-0e1998b696e2" providerId="ADAL" clId="{9E46FD96-54A0-4FCE-A20D-C2CDF3CECC33}" dt="2026-08-13T00:37:54.702" v="830" actId="1076"/>
          <ac:picMkLst>
            <pc:docMk/>
            <pc:sldMk cId="0" sldId="256"/>
            <ac:picMk id="5" creationId="{AD2FCA18-AC89-D448-890E-9B47B054D9B3}"/>
          </ac:picMkLst>
        </pc:picChg>
        <pc:picChg chg="add mod">
          <ac:chgData name="Oyerinde, Oyebade" userId="f294ce15-39ac-4fb2-b2ee-0e1998b696e2" providerId="ADAL" clId="{9E46FD96-54A0-4FCE-A20D-C2CDF3CECC33}" dt="2026-08-14T21:59:49.772" v="2994" actId="14100"/>
          <ac:picMkLst>
            <pc:docMk/>
            <pc:sldMk cId="0" sldId="256"/>
            <ac:picMk id="11" creationId="{0A47BA38-D5D0-A707-7050-EB38539E3918}"/>
          </ac:picMkLst>
        </pc:picChg>
        <pc:picChg chg="add mod">
          <ac:chgData name="Oyerinde, Oyebade" userId="f294ce15-39ac-4fb2-b2ee-0e1998b696e2" providerId="ADAL" clId="{9E46FD96-54A0-4FCE-A20D-C2CDF3CECC33}" dt="2026-08-13T16:51:28.403" v="1851" actId="1076"/>
          <ac:picMkLst>
            <pc:docMk/>
            <pc:sldMk cId="0" sldId="256"/>
            <ac:picMk id="19" creationId="{29EFC6A9-5653-305B-DAA9-842377A307A9}"/>
          </ac:picMkLst>
        </pc:picChg>
        <pc:picChg chg="add mod">
          <ac:chgData name="Oyerinde, Oyebade" userId="f294ce15-39ac-4fb2-b2ee-0e1998b696e2" providerId="ADAL" clId="{9E46FD96-54A0-4FCE-A20D-C2CDF3CECC33}" dt="2026-08-13T17:18:42.256" v="1890" actId="1076"/>
          <ac:picMkLst>
            <pc:docMk/>
            <pc:sldMk cId="0" sldId="256"/>
            <ac:picMk id="61" creationId="{DA2EE9CD-59C0-7E58-450F-D1F9F4B73A1C}"/>
          </ac:picMkLst>
        </pc:picChg>
        <pc:picChg chg="add mod modCrop">
          <ac:chgData name="Oyerinde, Oyebade" userId="f294ce15-39ac-4fb2-b2ee-0e1998b696e2" providerId="ADAL" clId="{9E46FD96-54A0-4FCE-A20D-C2CDF3CECC33}" dt="2026-08-13T16:48:16.499" v="1840" actId="1076"/>
          <ac:picMkLst>
            <pc:docMk/>
            <pc:sldMk cId="0" sldId="256"/>
            <ac:picMk id="62" creationId="{A598715F-B2EF-270B-264A-C99DC626718A}"/>
          </ac:picMkLst>
        </pc:picChg>
        <pc:picChg chg="add mod">
          <ac:chgData name="Oyerinde, Oyebade" userId="f294ce15-39ac-4fb2-b2ee-0e1998b696e2" providerId="ADAL" clId="{9E46FD96-54A0-4FCE-A20D-C2CDF3CECC33}" dt="2026-08-13T17:19:05.725" v="1893" actId="1076"/>
          <ac:picMkLst>
            <pc:docMk/>
            <pc:sldMk cId="0" sldId="256"/>
            <ac:picMk id="64" creationId="{1156074A-2911-AA34-5628-5DE3251FDB59}"/>
          </ac:picMkLst>
        </pc:picChg>
        <pc:picChg chg="add del">
          <ac:chgData name="Oyerinde, Oyebade" userId="f294ce15-39ac-4fb2-b2ee-0e1998b696e2" providerId="ADAL" clId="{9E46FD96-54A0-4FCE-A20D-C2CDF3CECC33}" dt="2026-08-13T16:30:58.261" v="1767" actId="22"/>
          <ac:picMkLst>
            <pc:docMk/>
            <pc:sldMk cId="0" sldId="256"/>
            <ac:picMk id="66" creationId="{4FE238D6-8C49-E804-9C85-8C8825F2CE13}"/>
          </ac:picMkLst>
        </pc:picChg>
        <pc:picChg chg="add mod">
          <ac:chgData name="Oyerinde, Oyebade" userId="f294ce15-39ac-4fb2-b2ee-0e1998b696e2" providerId="ADAL" clId="{9E46FD96-54A0-4FCE-A20D-C2CDF3CECC33}" dt="2026-08-13T17:20:52.753" v="1903" actId="1076"/>
          <ac:picMkLst>
            <pc:docMk/>
            <pc:sldMk cId="0" sldId="256"/>
            <ac:picMk id="69" creationId="{8719383E-9C04-9799-7055-565A43AAB84A}"/>
          </ac:picMkLst>
        </pc:picChg>
        <pc:picChg chg="add del mod modCrop">
          <ac:chgData name="Oyerinde, Oyebade" userId="f294ce15-39ac-4fb2-b2ee-0e1998b696e2" providerId="ADAL" clId="{9E46FD96-54A0-4FCE-A20D-C2CDF3CECC33}" dt="2026-08-13T21:09:35.884" v="1942" actId="478"/>
          <ac:picMkLst>
            <pc:docMk/>
            <pc:sldMk cId="0" sldId="256"/>
            <ac:picMk id="89" creationId="{5E011DEA-F74C-15ED-1F34-BC1832C5B0FB}"/>
          </ac:picMkLst>
        </pc:picChg>
        <pc:picChg chg="add del">
          <ac:chgData name="Oyerinde, Oyebade" userId="f294ce15-39ac-4fb2-b2ee-0e1998b696e2" providerId="ADAL" clId="{9E46FD96-54A0-4FCE-A20D-C2CDF3CECC33}" dt="2026-08-13T21:10:00.707" v="1945" actId="21"/>
          <ac:picMkLst>
            <pc:docMk/>
            <pc:sldMk cId="0" sldId="256"/>
            <ac:picMk id="90" creationId="{DDE39229-EE77-D972-9202-105B4EA5FB8B}"/>
          </ac:picMkLst>
        </pc:picChg>
        <pc:picChg chg="add mod modCrop">
          <ac:chgData name="Oyerinde, Oyebade" userId="f294ce15-39ac-4fb2-b2ee-0e1998b696e2" providerId="ADAL" clId="{9E46FD96-54A0-4FCE-A20D-C2CDF3CECC33}" dt="2026-08-13T21:11:14.175" v="1954" actId="14100"/>
          <ac:picMkLst>
            <pc:docMk/>
            <pc:sldMk cId="0" sldId="256"/>
            <ac:picMk id="96" creationId="{95261544-EF82-0D3A-BC5E-9A4CB94EA600}"/>
          </ac:picMkLst>
        </pc:picChg>
        <pc:picChg chg="add del mod">
          <ac:chgData name="Oyerinde, Oyebade" userId="f294ce15-39ac-4fb2-b2ee-0e1998b696e2" providerId="ADAL" clId="{9E46FD96-54A0-4FCE-A20D-C2CDF3CECC33}" dt="2026-08-13T21:17:58.512" v="1981" actId="478"/>
          <ac:picMkLst>
            <pc:docMk/>
            <pc:sldMk cId="0" sldId="256"/>
            <ac:picMk id="100" creationId="{A64A4658-7926-60B3-EF70-BFC30B7E49E2}"/>
          </ac:picMkLst>
        </pc:picChg>
        <pc:picChg chg="mod">
          <ac:chgData name="Oyerinde, Oyebade" userId="f294ce15-39ac-4fb2-b2ee-0e1998b696e2" providerId="ADAL" clId="{9E46FD96-54A0-4FCE-A20D-C2CDF3CECC33}" dt="2026-08-13T17:09:30.519" v="1860" actId="1076"/>
          <ac:picMkLst>
            <pc:docMk/>
            <pc:sldMk cId="0" sldId="256"/>
            <ac:picMk id="101" creationId="{9EBF381E-CFBD-4F06-FA02-91B6137AFBBB}"/>
          </ac:picMkLst>
        </pc:picChg>
        <pc:picChg chg="add mod modCrop">
          <ac:chgData name="Oyerinde, Oyebade" userId="f294ce15-39ac-4fb2-b2ee-0e1998b696e2" providerId="ADAL" clId="{9E46FD96-54A0-4FCE-A20D-C2CDF3CECC33}" dt="2026-08-13T21:24:40.098" v="2011" actId="14100"/>
          <ac:picMkLst>
            <pc:docMk/>
            <pc:sldMk cId="0" sldId="256"/>
            <ac:picMk id="105" creationId="{37AFCD06-A6A9-82A1-6205-CDD78558D928}"/>
          </ac:picMkLst>
        </pc:picChg>
        <pc:picChg chg="add mod modCrop">
          <ac:chgData name="Oyerinde, Oyebade" userId="f294ce15-39ac-4fb2-b2ee-0e1998b696e2" providerId="ADAL" clId="{9E46FD96-54A0-4FCE-A20D-C2CDF3CECC33}" dt="2026-08-13T21:24:40.831" v="2012" actId="14100"/>
          <ac:picMkLst>
            <pc:docMk/>
            <pc:sldMk cId="0" sldId="256"/>
            <ac:picMk id="108" creationId="{DC59218A-4B9D-F10D-8763-0C74D657C68C}"/>
          </ac:picMkLst>
        </pc:picChg>
        <pc:picChg chg="add del mod">
          <ac:chgData name="Oyerinde, Oyebade" userId="f294ce15-39ac-4fb2-b2ee-0e1998b696e2" providerId="ADAL" clId="{9E46FD96-54A0-4FCE-A20D-C2CDF3CECC33}" dt="2026-08-14T21:59:17.005" v="2989" actId="478"/>
          <ac:picMkLst>
            <pc:docMk/>
            <pc:sldMk cId="0" sldId="256"/>
            <ac:picMk id="109" creationId="{3F657A45-9B5E-6C80-B455-CFF66C666614}"/>
          </ac:picMkLst>
        </pc:picChg>
        <pc:picChg chg="add del mod modCrop">
          <ac:chgData name="Oyerinde, Oyebade" userId="f294ce15-39ac-4fb2-b2ee-0e1998b696e2" providerId="ADAL" clId="{9E46FD96-54A0-4FCE-A20D-C2CDF3CECC33}" dt="2026-08-13T22:19:18.220" v="2038" actId="478"/>
          <ac:picMkLst>
            <pc:docMk/>
            <pc:sldMk cId="0" sldId="256"/>
            <ac:picMk id="110" creationId="{7D4826E3-1A35-75C8-8FBE-7462198B5851}"/>
          </ac:picMkLst>
        </pc:picChg>
        <pc:picChg chg="add mod modCrop">
          <ac:chgData name="Oyerinde, Oyebade" userId="f294ce15-39ac-4fb2-b2ee-0e1998b696e2" providerId="ADAL" clId="{9E46FD96-54A0-4FCE-A20D-C2CDF3CECC33}" dt="2026-08-13T22:21:24.729" v="2052" actId="14100"/>
          <ac:picMkLst>
            <pc:docMk/>
            <pc:sldMk cId="0" sldId="256"/>
            <ac:picMk id="111" creationId="{D4450141-AC57-2A40-7E83-E6B918D981A9}"/>
          </ac:picMkLst>
        </pc:picChg>
        <pc:picChg chg="mod">
          <ac:chgData name="Oyerinde, Oyebade" userId="f294ce15-39ac-4fb2-b2ee-0e1998b696e2" providerId="ADAL" clId="{9E46FD96-54A0-4FCE-A20D-C2CDF3CECC33}" dt="2026-08-13T17:10:30.680" v="1865" actId="1076"/>
          <ac:picMkLst>
            <pc:docMk/>
            <pc:sldMk cId="0" sldId="256"/>
            <ac:picMk id="118" creationId="{66911063-24C3-366F-ECF4-6D5CC54EA63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2042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FacultyHack@Gateways 2026 poster template. Print size: 30 in wide x 45 in tall (portrait), within the Gateways 2026 conference max of 30in x 45in. Structure follows the actual format used by FacultyHack@Gateways 2025 participants: Abstract, Introduction, Course Goals, Grade Computation, Mentor Feedback Incorporated, Target Course Description, Key Content by Week, Science Gateway/HPC/AI Resources Used, Final Project/Deliverable, Project Goals, Expansion Ideas, References, Impact on User Community, Lessons Learned, a Before &amp; After syllabus comparison, and an Authors &amp; Mentors credit block. Every section has a short italic caption under its header describing what belongs there. Colors are the official brand palette from hackhpc.github.io/facultyhack-gateways26/resources. The footer QR code is a real, working code that links to the FacultyHack@Gateways 2026 event site — no need to regenerate it. Replace all [bracketed] placeholder text and swap the 'FH' circle for the official FacultyHack26_logo (PNG/SVG) from the resources page. The Abstract section on the poster should hold the same text submitted to the conference portal (up to 500 words, no references).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researchgate.net/publication/349120634_SOCIAL_IMPLICATIONS_OF_ALGORITHMIC_BIAS" TargetMode="External"/><Relationship Id="rId13" Type="http://schemas.openxmlformats.org/officeDocument/2006/relationships/image" Target="../media/image4.png"/><Relationship Id="rId18" Type="http://schemas.openxmlformats.org/officeDocument/2006/relationships/image" Target="../media/image9.jpg"/><Relationship Id="rId26" Type="http://schemas.openxmlformats.org/officeDocument/2006/relationships/image" Target="../media/image17.png"/><Relationship Id="rId3" Type="http://schemas.openxmlformats.org/officeDocument/2006/relationships/hyperlink" Target="https://doi.ccs.ornl.gov/datasets" TargetMode="External"/><Relationship Id="rId21" Type="http://schemas.openxmlformats.org/officeDocument/2006/relationships/image" Target="../media/image12.jpeg"/><Relationship Id="rId7" Type="http://schemas.openxmlformats.org/officeDocument/2006/relationships/hyperlink" Target="https://podcasts.apple.com/us/podcast/the-criticality-of-pairing-social-science/id1556719834?i=1000569561868" TargetMode="External"/><Relationship Id="rId12" Type="http://schemas.openxmlformats.org/officeDocument/2006/relationships/image" Target="../media/image3.png"/><Relationship Id="rId17" Type="http://schemas.openxmlformats.org/officeDocument/2006/relationships/image" Target="../media/image8.png"/><Relationship Id="rId25" Type="http://schemas.openxmlformats.org/officeDocument/2006/relationships/image" Target="../media/image16.png"/><Relationship Id="rId2" Type="http://schemas.openxmlformats.org/officeDocument/2006/relationships/notesSlide" Target="../notesSlides/notesSlide1.xml"/><Relationship Id="rId16" Type="http://schemas.openxmlformats.org/officeDocument/2006/relationships/image" Target="../media/image7.png"/><Relationship Id="rId20" Type="http://schemas.openxmlformats.org/officeDocument/2006/relationships/image" Target="../media/image11.svg"/><Relationship Id="rId29"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hyperlink" Target="https://www.technologyreview.com/2020/12/10/1013617/racism-data-science-artificial-intelligence-ai-opinion/" TargetMode="External"/><Relationship Id="rId11" Type="http://schemas.openxmlformats.org/officeDocument/2006/relationships/image" Target="../media/image2.png"/><Relationship Id="rId24" Type="http://schemas.openxmlformats.org/officeDocument/2006/relationships/image" Target="../media/image15.png"/><Relationship Id="rId5" Type="http://schemas.openxmlformats.org/officeDocument/2006/relationships/hyperlink" Target="https://rafalab.dfci.harvard.edu/dsbook/" TargetMode="External"/><Relationship Id="rId15" Type="http://schemas.openxmlformats.org/officeDocument/2006/relationships/image" Target="../media/image6.svg"/><Relationship Id="rId23" Type="http://schemas.openxmlformats.org/officeDocument/2006/relationships/image" Target="../media/image14.png"/><Relationship Id="rId28" Type="http://schemas.openxmlformats.org/officeDocument/2006/relationships/image" Target="../media/image19.png"/><Relationship Id="rId10" Type="http://schemas.openxmlformats.org/officeDocument/2006/relationships/image" Target="../media/image1.png"/><Relationship Id="rId19" Type="http://schemas.openxmlformats.org/officeDocument/2006/relationships/image" Target="../media/image10.png"/><Relationship Id="rId4" Type="http://schemas.openxmlformats.org/officeDocument/2006/relationships/hyperlink" Target="https://llm.jetstream-cloud.org/auth?redirect=%2F" TargetMode="External"/><Relationship Id="rId9" Type="http://schemas.openxmlformats.org/officeDocument/2006/relationships/hyperlink" Target="https://medium.com/luminovo/data-privacy-in-machine-learning-a-technical-deep-dive-f7f0365b1d60" TargetMode="External"/><Relationship Id="rId14" Type="http://schemas.openxmlformats.org/officeDocument/2006/relationships/image" Target="../media/image5.svg"/><Relationship Id="rId22" Type="http://schemas.openxmlformats.org/officeDocument/2006/relationships/image" Target="../media/image13.png"/><Relationship Id="rId27"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Shape 0"/>
          <p:cNvSpPr/>
          <p:nvPr/>
        </p:nvSpPr>
        <p:spPr>
          <a:xfrm>
            <a:off x="0" y="0"/>
            <a:ext cx="27432000" cy="3766992"/>
          </a:xfrm>
          <a:prstGeom prst="rect">
            <a:avLst/>
          </a:prstGeom>
          <a:solidFill>
            <a:srgbClr val="55661A"/>
          </a:solidFill>
          <a:ln/>
        </p:spPr>
        <p:txBody>
          <a:bodyPr/>
          <a:lstStyle/>
          <a:p>
            <a:endParaRPr lang="en-US"/>
          </a:p>
        </p:txBody>
      </p:sp>
      <p:sp>
        <p:nvSpPr>
          <p:cNvPr id="6" name="Text 4"/>
          <p:cNvSpPr/>
          <p:nvPr/>
        </p:nvSpPr>
        <p:spPr>
          <a:xfrm>
            <a:off x="5636055" y="-301348"/>
            <a:ext cx="19884573" cy="2706682"/>
          </a:xfrm>
          <a:prstGeom prst="rect">
            <a:avLst/>
          </a:prstGeom>
          <a:noFill/>
          <a:ln/>
        </p:spPr>
        <p:txBody>
          <a:bodyPr wrap="square" lIns="0" tIns="0" rIns="0" bIns="0" rtlCol="0" anchor="ctr" anchorCtr="0"/>
          <a:lstStyle/>
          <a:p>
            <a:pPr marL="0" indent="0" algn="l">
              <a:lnSpc>
                <a:spcPct val="106000"/>
              </a:lnSpc>
              <a:buNone/>
            </a:pPr>
            <a:r>
              <a:rPr lang="en-US" sz="5400" b="1" dirty="0">
                <a:solidFill>
                  <a:srgbClr val="FFFFFF"/>
                </a:solidFill>
                <a:latin typeface="Cambria" pitchFamily="34" charset="0"/>
                <a:ea typeface="Cambria" pitchFamily="34" charset="-122"/>
                <a:cs typeface="Cambria" pitchFamily="34" charset="-120"/>
              </a:rPr>
              <a:t>CPAD 504: ECONOMICS  AND DATA SCIENCE FOR PUBLIC ADMINISTRATION</a:t>
            </a:r>
            <a:endParaRPr lang="en-US" sz="5400" dirty="0"/>
          </a:p>
        </p:txBody>
      </p:sp>
      <p:sp>
        <p:nvSpPr>
          <p:cNvPr id="7" name="Text 5"/>
          <p:cNvSpPr/>
          <p:nvPr/>
        </p:nvSpPr>
        <p:spPr>
          <a:xfrm>
            <a:off x="427883" y="3087014"/>
            <a:ext cx="23774400" cy="548640"/>
          </a:xfrm>
          <a:prstGeom prst="rect">
            <a:avLst/>
          </a:prstGeom>
          <a:noFill/>
          <a:ln/>
        </p:spPr>
        <p:txBody>
          <a:bodyPr wrap="square" lIns="0" tIns="0" rIns="0" bIns="0" rtlCol="0" anchor="t"/>
          <a:lstStyle/>
          <a:p>
            <a:r>
              <a:rPr lang="en-US" sz="3200" b="1" i="1" dirty="0">
                <a:solidFill>
                  <a:schemeClr val="bg1">
                    <a:lumMod val="95000"/>
                  </a:schemeClr>
                </a:solidFill>
                <a:effectLst>
                  <a:outerShdw blurRad="38100" dist="38100" dir="2700000" algn="tl">
                    <a:srgbClr val="000000">
                      <a:alpha val="43137"/>
                    </a:srgbClr>
                  </a:outerShdw>
                </a:effectLst>
                <a:latin typeface="Arial Unicode MS" panose="020B0604020202020204" pitchFamily="34" charset="-128"/>
                <a:ea typeface="Calibri" pitchFamily="34" charset="-122"/>
                <a:cs typeface="Calibri" pitchFamily="34" charset="-120"/>
              </a:rPr>
              <a:t>Oyebade Kunle Oyerinde — Clark Atlanta University  —  CPAD 504  —  FacultyHack@Gateways 2026</a:t>
            </a:r>
            <a:endParaRPr lang="en-US" sz="3200" b="1" i="1" dirty="0">
              <a:solidFill>
                <a:schemeClr val="bg1">
                  <a:lumMod val="95000"/>
                </a:schemeClr>
              </a:solidFill>
              <a:effectLst>
                <a:outerShdw blurRad="38100" dist="38100" dir="2700000" algn="tl">
                  <a:srgbClr val="000000">
                    <a:alpha val="43137"/>
                  </a:srgbClr>
                </a:outerShdw>
              </a:effectLst>
              <a:latin typeface="Arial Unicode MS" panose="020B0604020202020204" pitchFamily="34" charset="-128"/>
            </a:endParaRPr>
          </a:p>
        </p:txBody>
      </p:sp>
      <p:sp>
        <p:nvSpPr>
          <p:cNvPr id="8" name="Shape 6"/>
          <p:cNvSpPr/>
          <p:nvPr/>
        </p:nvSpPr>
        <p:spPr>
          <a:xfrm>
            <a:off x="18454721" y="3886589"/>
            <a:ext cx="365760" cy="365760"/>
          </a:xfrm>
          <a:prstGeom prst="rect">
            <a:avLst/>
          </a:prstGeom>
          <a:solidFill>
            <a:srgbClr val="6E7D1F"/>
          </a:solidFill>
          <a:ln/>
        </p:spPr>
        <p:txBody>
          <a:bodyPr/>
          <a:lstStyle/>
          <a:p>
            <a:endParaRPr lang="en-US"/>
          </a:p>
        </p:txBody>
      </p:sp>
      <p:sp>
        <p:nvSpPr>
          <p:cNvPr id="9" name="Text 7"/>
          <p:cNvSpPr/>
          <p:nvPr/>
        </p:nvSpPr>
        <p:spPr>
          <a:xfrm>
            <a:off x="19049081" y="3813437"/>
            <a:ext cx="2935425" cy="481921"/>
          </a:xfrm>
          <a:prstGeom prst="rect">
            <a:avLst/>
          </a:prstGeom>
          <a:noFill/>
          <a:ln/>
        </p:spPr>
        <p:txBody>
          <a:bodyPr wrap="square" lIns="0" tIns="0" rIns="0" bIns="0" rtlCol="0" anchor="t"/>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ABSTRACT</a:t>
            </a:r>
            <a:endParaRPr lang="en-US" sz="2700" dirty="0"/>
          </a:p>
        </p:txBody>
      </p:sp>
      <p:sp>
        <p:nvSpPr>
          <p:cNvPr id="13" name="Shape 11"/>
          <p:cNvSpPr/>
          <p:nvPr/>
        </p:nvSpPr>
        <p:spPr>
          <a:xfrm>
            <a:off x="9415792" y="13583875"/>
            <a:ext cx="365760" cy="365760"/>
          </a:xfrm>
          <a:prstGeom prst="rect">
            <a:avLst/>
          </a:prstGeom>
          <a:solidFill>
            <a:srgbClr val="6E7D1F"/>
          </a:solidFill>
          <a:ln/>
        </p:spPr>
        <p:txBody>
          <a:bodyPr/>
          <a:lstStyle/>
          <a:p>
            <a:endParaRPr lang="en-US"/>
          </a:p>
        </p:txBody>
      </p:sp>
      <p:sp>
        <p:nvSpPr>
          <p:cNvPr id="14" name="Text 12"/>
          <p:cNvSpPr/>
          <p:nvPr/>
        </p:nvSpPr>
        <p:spPr>
          <a:xfrm>
            <a:off x="10010152" y="13510723"/>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INTRODUCTION</a:t>
            </a:r>
            <a:endParaRPr lang="en-US" sz="2700" dirty="0"/>
          </a:p>
        </p:txBody>
      </p:sp>
      <p:sp>
        <p:nvSpPr>
          <p:cNvPr id="16" name="Text 14"/>
          <p:cNvSpPr/>
          <p:nvPr/>
        </p:nvSpPr>
        <p:spPr>
          <a:xfrm>
            <a:off x="9460480" y="14177811"/>
            <a:ext cx="8229600" cy="1234440"/>
          </a:xfrm>
          <a:prstGeom prst="rect">
            <a:avLst/>
          </a:prstGeom>
          <a:noFill/>
          <a:ln/>
        </p:spPr>
        <p:txBody>
          <a:bodyPr wrap="square" lIns="0" tIns="0" rIns="0" bIns="0" rtlCol="0" anchor="t"/>
          <a:lstStyle/>
          <a:p>
            <a:pPr>
              <a:lnSpc>
                <a:spcPct val="120000"/>
              </a:lnSpc>
            </a:pPr>
            <a:r>
              <a:rPr lang="en-US" sz="1600" dirty="0"/>
              <a:t>This course prepares public administrators to apply economic principles and data science techniques to make evidence-based decisions and develop effective public policies. By integrating economics with applied data analysis, students gain the analytical skills needed to evaluate policy alternatives, optimize resource allocation, and address complex public sector challenges.</a:t>
            </a:r>
          </a:p>
        </p:txBody>
      </p:sp>
      <p:sp>
        <p:nvSpPr>
          <p:cNvPr id="17" name="Text 15"/>
          <p:cNvSpPr/>
          <p:nvPr/>
        </p:nvSpPr>
        <p:spPr>
          <a:xfrm>
            <a:off x="1002280" y="13708058"/>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Course Goals</a:t>
            </a:r>
            <a:endParaRPr lang="en-US" sz="2100" dirty="0">
              <a:solidFill>
                <a:schemeClr val="bg1"/>
              </a:solidFill>
            </a:endParaRPr>
          </a:p>
        </p:txBody>
      </p:sp>
      <p:sp>
        <p:nvSpPr>
          <p:cNvPr id="18" name="Text 16"/>
          <p:cNvSpPr/>
          <p:nvPr/>
        </p:nvSpPr>
        <p:spPr>
          <a:xfrm>
            <a:off x="949149" y="14170423"/>
            <a:ext cx="8229600" cy="2858445"/>
          </a:xfrm>
          <a:prstGeom prst="rect">
            <a:avLst/>
          </a:prstGeom>
          <a:noFill/>
          <a:ln/>
        </p:spPr>
        <p:txBody>
          <a:bodyPr wrap="square" lIns="0" tIns="0" rIns="0" bIns="0" rtlCol="0" anchor="t"/>
          <a:lstStyle/>
          <a:p>
            <a:pPr marL="285750" indent="-285750" algn="l">
              <a:lnSpc>
                <a:spcPct val="122000"/>
              </a:lnSpc>
              <a:spcAft>
                <a:spcPts val="800"/>
              </a:spcAft>
              <a:buSzPct val="100000"/>
              <a:buFont typeface="Wingdings" panose="05000000000000000000" pitchFamily="2" charset="2"/>
              <a:buChar char="Ø"/>
            </a:pPr>
            <a:r>
              <a:rPr lang="en-US" sz="1800" dirty="0">
                <a:solidFill>
                  <a:srgbClr val="3A2E22"/>
                </a:solidFill>
                <a:latin typeface="Calibri" pitchFamily="34" charset="0"/>
                <a:ea typeface="Calibri" pitchFamily="34" charset="-122"/>
                <a:cs typeface="Calibri" pitchFamily="34" charset="-120"/>
              </a:rPr>
              <a:t>Identify and explain the principles and concepts of microeconomics, macroeconomics, and data science that are applicable in decision-making by organizations</a:t>
            </a:r>
            <a:endParaRPr lang="en-US" dirty="0"/>
          </a:p>
          <a:p>
            <a:pPr marL="285750" indent="-285750" algn="l">
              <a:lnSpc>
                <a:spcPct val="122000"/>
              </a:lnSpc>
              <a:spcAft>
                <a:spcPts val="800"/>
              </a:spcAft>
              <a:buSzPct val="100000"/>
              <a:buFont typeface="Wingdings" panose="05000000000000000000" pitchFamily="2" charset="2"/>
              <a:buChar char="Ø"/>
            </a:pPr>
            <a:r>
              <a:rPr lang="en-US" sz="1800" dirty="0">
                <a:solidFill>
                  <a:srgbClr val="3A2E22"/>
                </a:solidFill>
                <a:latin typeface="Calibri" pitchFamily="34" charset="0"/>
                <a:ea typeface="Calibri" pitchFamily="34" charset="-122"/>
                <a:cs typeface="Calibri" pitchFamily="34" charset="-120"/>
              </a:rPr>
              <a:t>Analyze economic data using software programs and programming languages, such as R, Python, and Excel in Jetstream2 and </a:t>
            </a:r>
            <a:r>
              <a:rPr lang="en-US" sz="1800" dirty="0" err="1">
                <a:solidFill>
                  <a:srgbClr val="3A2E22"/>
                </a:solidFill>
                <a:latin typeface="Calibri" pitchFamily="34" charset="0"/>
                <a:ea typeface="Calibri" pitchFamily="34" charset="-122"/>
                <a:cs typeface="Calibri" pitchFamily="34" charset="-120"/>
              </a:rPr>
              <a:t>CloudBank</a:t>
            </a:r>
            <a:r>
              <a:rPr lang="en-US" sz="1800" dirty="0">
                <a:solidFill>
                  <a:srgbClr val="3A2E22"/>
                </a:solidFill>
                <a:latin typeface="Calibri" pitchFamily="34" charset="0"/>
                <a:ea typeface="Calibri" pitchFamily="34" charset="-122"/>
                <a:cs typeface="Calibri" pitchFamily="34" charset="-120"/>
              </a:rPr>
              <a:t> Hubs.</a:t>
            </a:r>
            <a:endParaRPr lang="en-US" dirty="0">
              <a:solidFill>
                <a:srgbClr val="3A2E22"/>
              </a:solidFill>
              <a:latin typeface="Calibri" pitchFamily="34" charset="0"/>
              <a:ea typeface="Calibri" pitchFamily="34" charset="-122"/>
              <a:cs typeface="Calibri" pitchFamily="34" charset="-120"/>
            </a:endParaRPr>
          </a:p>
          <a:p>
            <a:pPr marL="285750" indent="-285750" algn="l">
              <a:lnSpc>
                <a:spcPct val="122000"/>
              </a:lnSpc>
              <a:spcAft>
                <a:spcPts val="800"/>
              </a:spcAft>
              <a:buSzPct val="100000"/>
              <a:buFont typeface="Wingdings" panose="05000000000000000000" pitchFamily="2" charset="2"/>
              <a:buChar char="Ø"/>
            </a:pPr>
            <a:r>
              <a:rPr lang="en-US" sz="1800" dirty="0"/>
              <a:t>Communicate through storytelling about data visualizations in R and/or Python</a:t>
            </a:r>
          </a:p>
          <a:p>
            <a:pPr marL="285750" indent="-285750" algn="l">
              <a:lnSpc>
                <a:spcPct val="122000"/>
              </a:lnSpc>
              <a:spcAft>
                <a:spcPts val="800"/>
              </a:spcAft>
              <a:buSzPct val="100000"/>
              <a:buFont typeface="Wingdings" panose="05000000000000000000" pitchFamily="2" charset="2"/>
              <a:buChar char="Ø"/>
            </a:pPr>
            <a:r>
              <a:rPr lang="en-US" sz="1800" dirty="0">
                <a:solidFill>
                  <a:srgbClr val="3A2E22"/>
                </a:solidFill>
                <a:latin typeface="Calibri" pitchFamily="34" charset="0"/>
                <a:ea typeface="Calibri" pitchFamily="34" charset="-122"/>
                <a:cs typeface="Calibri" pitchFamily="34" charset="-120"/>
              </a:rPr>
              <a:t>Construct alternative policy options to remedy a market failure through problem </a:t>
            </a:r>
            <a:endParaRPr lang="en-US" sz="1800" dirty="0"/>
          </a:p>
        </p:txBody>
      </p:sp>
      <p:sp>
        <p:nvSpPr>
          <p:cNvPr id="21" name="Text 18"/>
          <p:cNvSpPr/>
          <p:nvPr/>
        </p:nvSpPr>
        <p:spPr>
          <a:xfrm>
            <a:off x="976396" y="19823287"/>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Mentor Feedback Incorporated</a:t>
            </a:r>
            <a:endParaRPr lang="en-US" sz="2100" dirty="0">
              <a:solidFill>
                <a:schemeClr val="bg1"/>
              </a:solidFill>
            </a:endParaRPr>
          </a:p>
        </p:txBody>
      </p:sp>
      <p:sp>
        <p:nvSpPr>
          <p:cNvPr id="22" name="Text 19"/>
          <p:cNvSpPr/>
          <p:nvPr/>
        </p:nvSpPr>
        <p:spPr>
          <a:xfrm>
            <a:off x="1002280" y="20430978"/>
            <a:ext cx="8229600" cy="1137545"/>
          </a:xfrm>
          <a:prstGeom prst="rect">
            <a:avLst/>
          </a:prstGeom>
          <a:noFill/>
          <a:ln/>
        </p:spPr>
        <p:txBody>
          <a:bodyPr wrap="square" lIns="0" tIns="0" rIns="0" bIns="0" rtlCol="0" anchor="t"/>
          <a:lstStyle/>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datasets from </a:t>
            </a:r>
            <a:r>
              <a:rPr lang="en-US" dirty="0">
                <a:solidFill>
                  <a:srgbClr val="3A2E22"/>
                </a:solidFill>
                <a:latin typeface="Calibri" pitchFamily="34" charset="0"/>
                <a:ea typeface="Calibri" pitchFamily="34" charset="-122"/>
                <a:cs typeface="Calibri" pitchFamily="34" charset="-120"/>
                <a:hlinkClick r:id="rId3"/>
              </a:rPr>
              <a:t>https://doi.ccs.ornl.gov/datasets</a:t>
            </a:r>
            <a:endParaRPr lang="en-US" dirty="0">
              <a:solidFill>
                <a:srgbClr val="3A2E22"/>
              </a:solidFill>
              <a:latin typeface="Calibri" pitchFamily="34" charset="0"/>
              <a:ea typeface="Calibri" pitchFamily="34" charset="-122"/>
              <a:cs typeface="Calibri" pitchFamily="34" charset="-120"/>
            </a:endParaRPr>
          </a:p>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SGX3 Gateways LLMs (</a:t>
            </a:r>
            <a:r>
              <a:rPr lang="en-US" dirty="0">
                <a:solidFill>
                  <a:srgbClr val="3A2E22"/>
                </a:solidFill>
                <a:latin typeface="Calibri" pitchFamily="34" charset="0"/>
                <a:ea typeface="Calibri" pitchFamily="34" charset="-122"/>
                <a:cs typeface="Calibri" pitchFamily="34" charset="-120"/>
                <a:hlinkClick r:id="rId4"/>
              </a:rPr>
              <a:t>https://llm.jetstream-cloud.org/auth?redirect=%2F</a:t>
            </a:r>
            <a:r>
              <a:rPr lang="en-US" dirty="0">
                <a:solidFill>
                  <a:srgbClr val="3A2E22"/>
                </a:solidFill>
                <a:latin typeface="Calibri" pitchFamily="34" charset="0"/>
                <a:ea typeface="Calibri" pitchFamily="34" charset="-122"/>
                <a:cs typeface="Calibri" pitchFamily="34" charset="-120"/>
              </a:rPr>
              <a:t>)</a:t>
            </a:r>
          </a:p>
          <a:p>
            <a:pPr marL="285750" indent="-285750">
              <a:lnSpc>
                <a:spcPct val="120000"/>
              </a:lnSpc>
              <a:buFont typeface="Wingdings" panose="05000000000000000000" pitchFamily="2" charset="2"/>
              <a:buChar char="§"/>
            </a:pPr>
            <a:r>
              <a:rPr lang="en-US" sz="1800" dirty="0">
                <a:solidFill>
                  <a:srgbClr val="3A2E22"/>
                </a:solidFill>
                <a:latin typeface="Calibri" pitchFamily="34" charset="0"/>
                <a:ea typeface="Calibri" pitchFamily="34" charset="-122"/>
                <a:cs typeface="Calibri" pitchFamily="34" charset="-120"/>
              </a:rPr>
              <a:t>Use of Jetstream2/</a:t>
            </a:r>
            <a:r>
              <a:rPr lang="en-US" sz="1800" dirty="0" err="1">
                <a:solidFill>
                  <a:srgbClr val="3A2E22"/>
                </a:solidFill>
                <a:latin typeface="Calibri" pitchFamily="34" charset="0"/>
                <a:ea typeface="Calibri" pitchFamily="34" charset="-122"/>
                <a:cs typeface="Calibri" pitchFamily="34" charset="-120"/>
              </a:rPr>
              <a:t>CloudBank</a:t>
            </a:r>
            <a:endParaRPr lang="en-US" sz="1800" dirty="0"/>
          </a:p>
        </p:txBody>
      </p:sp>
      <p:sp>
        <p:nvSpPr>
          <p:cNvPr id="23" name="Shape 20"/>
          <p:cNvSpPr/>
          <p:nvPr/>
        </p:nvSpPr>
        <p:spPr>
          <a:xfrm>
            <a:off x="18444460" y="9618724"/>
            <a:ext cx="365760" cy="365760"/>
          </a:xfrm>
          <a:prstGeom prst="rect">
            <a:avLst/>
          </a:prstGeom>
          <a:solidFill>
            <a:srgbClr val="6E7D1F"/>
          </a:solidFill>
          <a:ln/>
        </p:spPr>
        <p:txBody>
          <a:bodyPr/>
          <a:lstStyle/>
          <a:p>
            <a:endParaRPr lang="en-US"/>
          </a:p>
        </p:txBody>
      </p:sp>
      <p:sp>
        <p:nvSpPr>
          <p:cNvPr id="24" name="Text 21"/>
          <p:cNvSpPr/>
          <p:nvPr/>
        </p:nvSpPr>
        <p:spPr>
          <a:xfrm>
            <a:off x="19038820" y="9545572"/>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TARGET COURSE DESCRIPTION</a:t>
            </a:r>
            <a:endParaRPr lang="en-US" sz="2700" dirty="0"/>
          </a:p>
        </p:txBody>
      </p:sp>
      <p:graphicFrame>
        <p:nvGraphicFramePr>
          <p:cNvPr id="26" name="Table 1"/>
          <p:cNvGraphicFramePr>
            <a:graphicFrameLocks noGrp="1"/>
          </p:cNvGraphicFramePr>
          <p:nvPr>
            <p:extLst>
              <p:ext uri="{D42A27DB-BD31-4B8C-83A1-F6EECF244321}">
                <p14:modId xmlns:p14="http://schemas.microsoft.com/office/powerpoint/2010/main" val="512905585"/>
              </p:ext>
            </p:extLst>
          </p:nvPr>
        </p:nvGraphicFramePr>
        <p:xfrm>
          <a:off x="18444460" y="10523980"/>
          <a:ext cx="8229600" cy="2225040"/>
        </p:xfrm>
        <a:graphic>
          <a:graphicData uri="http://schemas.openxmlformats.org/drawingml/2006/table">
            <a:tbl>
              <a:tblPr/>
              <a:tblGrid>
                <a:gridCol w="2633472">
                  <a:extLst>
                    <a:ext uri="{9D8B030D-6E8A-4147-A177-3AD203B41FA5}">
                      <a16:colId xmlns:a16="http://schemas.microsoft.com/office/drawing/2014/main" val="20000"/>
                    </a:ext>
                  </a:extLst>
                </a:gridCol>
                <a:gridCol w="5596128">
                  <a:extLst>
                    <a:ext uri="{9D8B030D-6E8A-4147-A177-3AD203B41FA5}">
                      <a16:colId xmlns:a16="http://schemas.microsoft.com/office/drawing/2014/main" val="20001"/>
                    </a:ext>
                  </a:extLst>
                </a:gridCol>
              </a:tblGrid>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Course Name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Economics and Data Science for Public Administrators</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0"/>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Course Number</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CPAD 504</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1"/>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Department</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Public Administration/Sociology and Criminal Justice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2"/>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Enrollment</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3"/>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Prerequisites</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solidFill>
                            <a:srgbClr val="3A2E22"/>
                          </a:solidFill>
                          <a:latin typeface="Calibri" pitchFamily="34" charset="0"/>
                          <a:ea typeface="Calibri" pitchFamily="34" charset="-122"/>
                          <a:cs typeface="Calibri" pitchFamily="34" charset="-120"/>
                        </a:rPr>
                        <a:t>None</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4"/>
                  </a:ext>
                </a:extLst>
              </a:tr>
              <a:tr h="0">
                <a:tc>
                  <a:txBody>
                    <a:bodyPr/>
                    <a:lstStyle/>
                    <a:p>
                      <a:pPr marL="0" indent="0">
                        <a:buNone/>
                      </a:pPr>
                      <a:r>
                        <a:rPr lang="en-US" sz="1600" b="1" dirty="0">
                          <a:solidFill>
                            <a:srgbClr val="6B4A2A"/>
                          </a:solidFill>
                          <a:latin typeface="Calibri" pitchFamily="34" charset="0"/>
                          <a:ea typeface="Calibri" pitchFamily="34" charset="-122"/>
                          <a:cs typeface="Calibri" pitchFamily="34" charset="-120"/>
                        </a:rPr>
                        <a:t>Project Repo</a:t>
                      </a:r>
                      <a:endParaRPr lang="en-US" sz="1600" dirty="0">
                        <a:latin typeface="Calibri" charset="0"/>
                        <a:ea typeface="Calibri" charset="0"/>
                        <a:cs typeface="Calibri" charset="0"/>
                      </a:endParaRP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1ECE0"/>
                    </a:solidFill>
                  </a:tcPr>
                </a:tc>
                <a:tc>
                  <a:txBody>
                    <a:bodyPr/>
                    <a:lstStyle/>
                    <a:p>
                      <a:pPr marL="0" indent="0">
                        <a:buNone/>
                      </a:pPr>
                      <a:r>
                        <a:rPr lang="en-US" sz="1600" dirty="0">
                          <a:latin typeface="Calibri" charset="0"/>
                          <a:ea typeface="Calibri" charset="0"/>
                          <a:cs typeface="Calibri" charset="0"/>
                        </a:rPr>
                        <a:t>https://github.com/ooyerind/FacultyHack-Gateways26</a:t>
                      </a:r>
                    </a:p>
                  </a:txBody>
                  <a:tcPr marL="101600" marR="101600" marT="63500" marB="63500">
                    <a:lnL w="9525" cap="flat" cmpd="sng" algn="ctr">
                      <a:solidFill>
                        <a:srgbClr val="E4DCCB"/>
                      </a:solidFill>
                      <a:prstDash val="solid"/>
                      <a:round/>
                      <a:headEnd type="none" w="med" len="med"/>
                      <a:tailEnd type="none" w="med" len="med"/>
                    </a:lnL>
                    <a:lnR w="9525" cap="flat" cmpd="sng" algn="ctr">
                      <a:solidFill>
                        <a:srgbClr val="E4DCCB"/>
                      </a:solidFill>
                      <a:prstDash val="solid"/>
                      <a:round/>
                      <a:headEnd type="none" w="med" len="med"/>
                      <a:tailEnd type="none" w="med" len="med"/>
                    </a:lnR>
                    <a:lnT w="9525" cap="flat" cmpd="sng" algn="ctr">
                      <a:solidFill>
                        <a:srgbClr val="E4DCCB"/>
                      </a:solidFill>
                      <a:prstDash val="solid"/>
                      <a:round/>
                      <a:headEnd type="none" w="med" len="med"/>
                      <a:tailEnd type="none" w="med" len="med"/>
                    </a:lnT>
                    <a:lnB w="9525" cap="flat" cmpd="sng" algn="ctr">
                      <a:solidFill>
                        <a:srgbClr val="E4DCCB"/>
                      </a:solidFill>
                      <a:prstDash val="solid"/>
                      <a:round/>
                      <a:headEnd type="none" w="med" len="med"/>
                      <a:tailEnd type="none" w="med" len="med"/>
                    </a:lnB>
                    <a:solidFill>
                      <a:srgbClr val="FAFAF7"/>
                    </a:solidFill>
                  </a:tcPr>
                </a:tc>
                <a:extLst>
                  <a:ext uri="{0D108BD9-81ED-4DB2-BD59-A6C34878D82A}">
                    <a16:rowId xmlns:a16="http://schemas.microsoft.com/office/drawing/2014/main" val="10005"/>
                  </a:ext>
                </a:extLst>
              </a:tr>
            </a:tbl>
          </a:graphicData>
        </a:graphic>
      </p:graphicFrame>
      <p:sp>
        <p:nvSpPr>
          <p:cNvPr id="27" name="Text 23"/>
          <p:cNvSpPr/>
          <p:nvPr/>
        </p:nvSpPr>
        <p:spPr>
          <a:xfrm>
            <a:off x="9410604" y="15635407"/>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Course Description</a:t>
            </a:r>
            <a:endParaRPr lang="en-US" sz="2100" dirty="0">
              <a:solidFill>
                <a:schemeClr val="bg1"/>
              </a:solidFill>
            </a:endParaRPr>
          </a:p>
        </p:txBody>
      </p:sp>
      <p:sp>
        <p:nvSpPr>
          <p:cNvPr id="28" name="Text 24"/>
          <p:cNvSpPr/>
          <p:nvPr/>
        </p:nvSpPr>
        <p:spPr>
          <a:xfrm>
            <a:off x="9486804" y="16342949"/>
            <a:ext cx="8229600" cy="1606295"/>
          </a:xfrm>
          <a:prstGeom prst="rect">
            <a:avLst/>
          </a:prstGeom>
          <a:noFill/>
          <a:ln/>
        </p:spPr>
        <p:txBody>
          <a:bodyPr wrap="square" lIns="0" tIns="0" rIns="0" bIns="0" rtlCol="0" anchor="t"/>
          <a:lstStyle/>
          <a:p>
            <a:pPr>
              <a:lnSpc>
                <a:spcPct val="120000"/>
              </a:lnSpc>
            </a:pPr>
            <a:r>
              <a:rPr lang="en-US" sz="1600" dirty="0"/>
              <a:t>This course, </a:t>
            </a:r>
            <a:r>
              <a:rPr lang="en-US" sz="1600" b="1" i="1" u="sng" dirty="0"/>
              <a:t>taught in Fall and Spring as needed</a:t>
            </a:r>
            <a:r>
              <a:rPr lang="en-US" sz="1600" dirty="0"/>
              <a:t>, equips public administrators with the essential tools of economics and data science to support evidence-based decision-making and effective policy implementation by integrating macroeconomic and microeconomic theories with applied data analysis. Students will learn to identify and explain economic and data science principles relevant to organizational choices.</a:t>
            </a:r>
          </a:p>
        </p:txBody>
      </p:sp>
      <p:sp>
        <p:nvSpPr>
          <p:cNvPr id="29" name="Text 25"/>
          <p:cNvSpPr/>
          <p:nvPr/>
        </p:nvSpPr>
        <p:spPr>
          <a:xfrm>
            <a:off x="9499273" y="18181231"/>
            <a:ext cx="8229600" cy="411480"/>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Key Content by Week</a:t>
            </a:r>
            <a:endParaRPr lang="en-US" sz="2100" dirty="0">
              <a:solidFill>
                <a:schemeClr val="bg1"/>
              </a:solidFill>
            </a:endParaRPr>
          </a:p>
        </p:txBody>
      </p:sp>
      <p:sp>
        <p:nvSpPr>
          <p:cNvPr id="30" name="Text 26"/>
          <p:cNvSpPr/>
          <p:nvPr/>
        </p:nvSpPr>
        <p:spPr>
          <a:xfrm>
            <a:off x="9499273" y="18684151"/>
            <a:ext cx="8229600" cy="528758"/>
          </a:xfrm>
          <a:prstGeom prst="rect">
            <a:avLst/>
          </a:prstGeom>
          <a:noFill/>
          <a:ln/>
        </p:spPr>
        <p:txBody>
          <a:bodyPr wrap="square" lIns="0" tIns="0" rIns="0" bIns="0" rtlCol="0" anchor="t"/>
          <a:lstStyle/>
          <a:p>
            <a:pPr>
              <a:lnSpc>
                <a:spcPct val="120000"/>
              </a:lnSpc>
            </a:pPr>
            <a:r>
              <a:rPr lang="en-US" sz="1800" dirty="0">
                <a:solidFill>
                  <a:srgbClr val="3A2E22"/>
                </a:solidFill>
                <a:latin typeface="Calibri" pitchFamily="34" charset="0"/>
                <a:ea typeface="Calibri" pitchFamily="34" charset="-122"/>
                <a:cs typeface="Calibri" pitchFamily="34" charset="-120"/>
              </a:rPr>
              <a:t>[</a:t>
            </a:r>
            <a:r>
              <a:rPr lang="en-US" dirty="0"/>
              <a:t>Module 3: Data Science: R Basics and Data Visualization.</a:t>
            </a:r>
            <a:endParaRPr lang="en-US" sz="1800" dirty="0"/>
          </a:p>
        </p:txBody>
      </p:sp>
      <p:sp>
        <p:nvSpPr>
          <p:cNvPr id="31" name="Shape 27"/>
          <p:cNvSpPr/>
          <p:nvPr/>
        </p:nvSpPr>
        <p:spPr>
          <a:xfrm>
            <a:off x="9460480" y="19456287"/>
            <a:ext cx="365760" cy="365760"/>
          </a:xfrm>
          <a:prstGeom prst="rect">
            <a:avLst/>
          </a:prstGeom>
          <a:solidFill>
            <a:srgbClr val="6E7D1F"/>
          </a:solidFill>
          <a:ln/>
        </p:spPr>
        <p:txBody>
          <a:bodyPr/>
          <a:lstStyle/>
          <a:p>
            <a:endParaRPr lang="en-US"/>
          </a:p>
        </p:txBody>
      </p:sp>
      <p:sp>
        <p:nvSpPr>
          <p:cNvPr id="32" name="Text 28"/>
          <p:cNvSpPr/>
          <p:nvPr/>
        </p:nvSpPr>
        <p:spPr>
          <a:xfrm>
            <a:off x="10054840" y="19383135"/>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SCIENCE GATEWAY RESOURCES USED</a:t>
            </a:r>
            <a:endParaRPr lang="en-US" sz="2700" dirty="0"/>
          </a:p>
        </p:txBody>
      </p:sp>
      <p:sp>
        <p:nvSpPr>
          <p:cNvPr id="34" name="Text 30"/>
          <p:cNvSpPr/>
          <p:nvPr/>
        </p:nvSpPr>
        <p:spPr>
          <a:xfrm>
            <a:off x="9522760" y="19931775"/>
            <a:ext cx="8229600" cy="2009395"/>
          </a:xfrm>
          <a:prstGeom prst="rect">
            <a:avLst/>
          </a:prstGeom>
          <a:noFill/>
          <a:ln/>
        </p:spPr>
        <p:txBody>
          <a:bodyPr wrap="square" lIns="0" tIns="0" rIns="0" bIns="0" rtlCol="0" anchor="t"/>
          <a:lstStyle/>
          <a:p>
            <a:pPr marL="285750" indent="-285750" algn="l">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Jetstream2 and </a:t>
            </a:r>
            <a:r>
              <a:rPr lang="en-US" dirty="0" err="1">
                <a:solidFill>
                  <a:srgbClr val="3A2E22"/>
                </a:solidFill>
                <a:latin typeface="Calibri" pitchFamily="34" charset="0"/>
                <a:ea typeface="Calibri" pitchFamily="34" charset="-122"/>
                <a:cs typeface="Calibri" pitchFamily="34" charset="-120"/>
              </a:rPr>
              <a:t>CloudBank</a:t>
            </a:r>
            <a:r>
              <a:rPr lang="en-US" dirty="0">
                <a:solidFill>
                  <a:srgbClr val="3A2E22"/>
                </a:solidFill>
                <a:latin typeface="Calibri" pitchFamily="34" charset="0"/>
                <a:ea typeface="Calibri" pitchFamily="34" charset="-122"/>
                <a:cs typeface="Calibri" pitchFamily="34" charset="-120"/>
              </a:rPr>
              <a:t> for data analysis in R. </a:t>
            </a:r>
          </a:p>
          <a:p>
            <a:pPr marL="285750" indent="-285750" algn="l">
              <a:lnSpc>
                <a:spcPct val="120000"/>
              </a:lnSpc>
              <a:buFont typeface="Wingdings" panose="05000000000000000000" pitchFamily="2" charset="2"/>
              <a:buChar char="§"/>
            </a:pPr>
            <a:r>
              <a:rPr lang="en-US" sz="1800" dirty="0">
                <a:solidFill>
                  <a:srgbClr val="3A2E22"/>
                </a:solidFill>
                <a:latin typeface="Calibri" pitchFamily="34" charset="0"/>
                <a:ea typeface="Calibri" pitchFamily="34" charset="-122"/>
                <a:cs typeface="Calibri" pitchFamily="34" charset="-120"/>
              </a:rPr>
              <a:t>AI tools including SGX2 Gateways LLMs (https://llm.jetstream-cloud.org/auth?redirect=%2F), Claude, and Codex for generating ideas and sources.</a:t>
            </a:r>
          </a:p>
          <a:p>
            <a:pPr marL="285750" indent="-285750" algn="l">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Datasets from </a:t>
            </a:r>
            <a:r>
              <a:rPr lang="en-US" dirty="0">
                <a:solidFill>
                  <a:srgbClr val="3A2E22"/>
                </a:solidFill>
                <a:latin typeface="Calibri" pitchFamily="34" charset="0"/>
                <a:ea typeface="Calibri" pitchFamily="34" charset="-122"/>
                <a:cs typeface="Calibri" pitchFamily="34" charset="-120"/>
                <a:hlinkClick r:id="rId3"/>
              </a:rPr>
              <a:t>https://doi.ccs.ornl.gov/datasets</a:t>
            </a:r>
            <a:endParaRPr lang="en-US" dirty="0">
              <a:solidFill>
                <a:srgbClr val="3A2E22"/>
              </a:solidFill>
              <a:latin typeface="Calibri" pitchFamily="34" charset="0"/>
              <a:ea typeface="Calibri" pitchFamily="34" charset="-122"/>
              <a:cs typeface="Calibri" pitchFamily="34" charset="-120"/>
            </a:endParaRPr>
          </a:p>
          <a:p>
            <a:pPr marL="285750" indent="-285750" algn="l">
              <a:lnSpc>
                <a:spcPct val="120000"/>
              </a:lnSpc>
              <a:buFont typeface="Wingdings" panose="05000000000000000000" pitchFamily="2" charset="2"/>
              <a:buChar char="§"/>
            </a:pPr>
            <a:r>
              <a:rPr lang="en-US" sz="1800" dirty="0">
                <a:solidFill>
                  <a:srgbClr val="3A2E22"/>
                </a:solidFill>
                <a:latin typeface="Calibri" pitchFamily="34" charset="0"/>
                <a:ea typeface="Calibri" pitchFamily="34" charset="-122"/>
                <a:cs typeface="Calibri" pitchFamily="34" charset="-120"/>
              </a:rPr>
              <a:t>sciencegateways.org/resources/browse</a:t>
            </a:r>
            <a:endParaRPr lang="en-US" sz="1800" dirty="0"/>
          </a:p>
        </p:txBody>
      </p:sp>
      <p:sp>
        <p:nvSpPr>
          <p:cNvPr id="37" name="Shape 33"/>
          <p:cNvSpPr/>
          <p:nvPr/>
        </p:nvSpPr>
        <p:spPr>
          <a:xfrm>
            <a:off x="18467320" y="13402815"/>
            <a:ext cx="365760" cy="365760"/>
          </a:xfrm>
          <a:prstGeom prst="rect">
            <a:avLst/>
          </a:prstGeom>
          <a:solidFill>
            <a:srgbClr val="6E7D1F"/>
          </a:solidFill>
          <a:ln/>
        </p:spPr>
        <p:txBody>
          <a:bodyPr/>
          <a:lstStyle/>
          <a:p>
            <a:endParaRPr lang="en-US"/>
          </a:p>
        </p:txBody>
      </p:sp>
      <p:sp>
        <p:nvSpPr>
          <p:cNvPr id="38" name="Text 34"/>
          <p:cNvSpPr/>
          <p:nvPr/>
        </p:nvSpPr>
        <p:spPr>
          <a:xfrm>
            <a:off x="19061680" y="13329663"/>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FINAL PROJECT / DELIVERABLE</a:t>
            </a:r>
            <a:endParaRPr lang="en-US" sz="2700" dirty="0"/>
          </a:p>
        </p:txBody>
      </p:sp>
      <p:sp>
        <p:nvSpPr>
          <p:cNvPr id="40" name="Text 36"/>
          <p:cNvSpPr/>
          <p:nvPr/>
        </p:nvSpPr>
        <p:spPr>
          <a:xfrm>
            <a:off x="18444460" y="14201656"/>
            <a:ext cx="8229600" cy="426720"/>
          </a:xfrm>
          <a:prstGeom prst="rect">
            <a:avLst/>
          </a:prstGeom>
          <a:noFill/>
          <a:ln/>
        </p:spPr>
        <p:txBody>
          <a:bodyPr wrap="square" lIns="0" tIns="0" rIns="0" bIns="0" rtlCol="0" anchor="t"/>
          <a:lstStyle/>
          <a:p>
            <a:pPr marL="0" indent="0" algn="l">
              <a:lnSpc>
                <a:spcPct val="120000"/>
              </a:lnSpc>
              <a:buNone/>
            </a:pPr>
            <a:r>
              <a:rPr lang="en-US" sz="1900" dirty="0">
                <a:solidFill>
                  <a:srgbClr val="6B4A2A"/>
                </a:solidFill>
                <a:latin typeface="Calibri" pitchFamily="34" charset="0"/>
                <a:ea typeface="Calibri" pitchFamily="34" charset="-122"/>
                <a:cs typeface="Calibri" pitchFamily="34" charset="-120"/>
              </a:rPr>
              <a:t>Problem Sets</a:t>
            </a:r>
            <a:endParaRPr lang="en-US" sz="1900" dirty="0"/>
          </a:p>
        </p:txBody>
      </p:sp>
      <p:sp>
        <p:nvSpPr>
          <p:cNvPr id="41" name="Text 37"/>
          <p:cNvSpPr/>
          <p:nvPr/>
        </p:nvSpPr>
        <p:spPr>
          <a:xfrm>
            <a:off x="18414189" y="14774045"/>
            <a:ext cx="8229600" cy="2432304"/>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[Step 1 — Start with demand and supply Equations to compute the equilibrium points]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[Step 2 — Use LLMs to get the R code to graph the results]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[Step 3 — Produce graphical visualizations of the results]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[Step 4 — Submit their outputs on CANVAS]</a:t>
            </a:r>
            <a:endParaRPr lang="en-US" sz="1800" dirty="0"/>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[Step 5 — Use the grading rubric to assess the outputs]</a:t>
            </a:r>
            <a:endParaRPr lang="en-US" sz="1800" dirty="0"/>
          </a:p>
        </p:txBody>
      </p:sp>
      <p:sp>
        <p:nvSpPr>
          <p:cNvPr id="44" name="Text 40"/>
          <p:cNvSpPr/>
          <p:nvPr/>
        </p:nvSpPr>
        <p:spPr>
          <a:xfrm>
            <a:off x="17645392" y="20705518"/>
            <a:ext cx="8461091" cy="429768"/>
          </a:xfrm>
          <a:prstGeom prst="rect">
            <a:avLst/>
          </a:prstGeom>
          <a:solidFill>
            <a:srgbClr val="55661A"/>
          </a:solidFill>
          <a:ln/>
        </p:spPr>
        <p:txBody>
          <a:bodyPr wrap="square" lIns="182880" tIns="0" rIns="0" bIns="0" rtlCol="0" anchor="ctr" anchorCtr="0"/>
          <a:lstStyle/>
          <a:p>
            <a:pPr marL="0" indent="0" algn="l">
              <a:buNone/>
            </a:pPr>
            <a:r>
              <a:rPr lang="en-US" sz="2100" b="1" dirty="0">
                <a:solidFill>
                  <a:schemeClr val="bg1"/>
                </a:solidFill>
                <a:latin typeface="Calibri" pitchFamily="34" charset="0"/>
                <a:ea typeface="Calibri" pitchFamily="34" charset="-122"/>
                <a:cs typeface="Calibri" pitchFamily="34" charset="-120"/>
              </a:rPr>
              <a:t>Project Goals</a:t>
            </a:r>
            <a:endParaRPr lang="en-US" sz="2100" dirty="0">
              <a:solidFill>
                <a:schemeClr val="bg1"/>
              </a:solidFill>
            </a:endParaRPr>
          </a:p>
        </p:txBody>
      </p:sp>
      <p:sp>
        <p:nvSpPr>
          <p:cNvPr id="45" name="Text 41"/>
          <p:cNvSpPr/>
          <p:nvPr/>
        </p:nvSpPr>
        <p:spPr>
          <a:xfrm>
            <a:off x="17640204" y="21123985"/>
            <a:ext cx="9191173" cy="2526192"/>
          </a:xfrm>
          <a:prstGeom prst="rect">
            <a:avLst/>
          </a:prstGeom>
          <a:noFill/>
          <a:ln/>
        </p:spPr>
        <p:txBody>
          <a:bodyPr wrap="square" lIns="0" tIns="0" rIns="0" bIns="0" rtlCol="0" anchor="t"/>
          <a:lstStyle/>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Reinforce economic concepts by applying microeconomic and macroeconomic theories to practical public-sector problems.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Develop analytical skills by using equations, data, and quantitative methods to analyze economic relationships and policy choices. </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Build R proficiency by using R for data analysis, computation, and graphical visualization</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Integrate AI responsibly by using LLMs such as SGX2 Gateways LLMs, Claude, and Codex to support coding, research, and problem-solving while critically evaluating AI-generated outputs.</a:t>
            </a:r>
          </a:p>
          <a:p>
            <a:pPr marL="285750" lvl="0" indent="-285750">
              <a:buFont typeface="Arial" panose="020B0604020202020204" pitchFamily="34" charset="0"/>
              <a:buChar char="•"/>
            </a:pPr>
            <a:r>
              <a:rPr lang="en-US" dirty="0">
                <a:latin typeface="Calibri" panose="020F0502020204030204" pitchFamily="34" charset="0"/>
                <a:ea typeface="Calibri" panose="020F0502020204030204" pitchFamily="34" charset="0"/>
                <a:cs typeface="Calibri" panose="020F0502020204030204" pitchFamily="34" charset="0"/>
              </a:rPr>
              <a:t>Apply real-world data by working with authentic datasets to connect economic theory with evidence-based public policy and decision-making.</a:t>
            </a:r>
          </a:p>
        </p:txBody>
      </p:sp>
      <p:sp>
        <p:nvSpPr>
          <p:cNvPr id="46" name="Shape 42"/>
          <p:cNvSpPr/>
          <p:nvPr/>
        </p:nvSpPr>
        <p:spPr>
          <a:xfrm>
            <a:off x="17647920" y="23708122"/>
            <a:ext cx="365760" cy="365760"/>
          </a:xfrm>
          <a:prstGeom prst="rect">
            <a:avLst/>
          </a:prstGeom>
          <a:solidFill>
            <a:srgbClr val="6E7D1F"/>
          </a:solidFill>
          <a:ln/>
        </p:spPr>
        <p:txBody>
          <a:bodyPr/>
          <a:lstStyle/>
          <a:p>
            <a:endParaRPr lang="en-US"/>
          </a:p>
        </p:txBody>
      </p:sp>
      <p:sp>
        <p:nvSpPr>
          <p:cNvPr id="47" name="Text 43"/>
          <p:cNvSpPr/>
          <p:nvPr/>
        </p:nvSpPr>
        <p:spPr>
          <a:xfrm>
            <a:off x="18242280" y="23634970"/>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EXPANSION IDEAS</a:t>
            </a:r>
            <a:endParaRPr lang="en-US" sz="2700" dirty="0"/>
          </a:p>
        </p:txBody>
      </p:sp>
      <p:sp>
        <p:nvSpPr>
          <p:cNvPr id="49" name="Text 45"/>
          <p:cNvSpPr/>
          <p:nvPr/>
        </p:nvSpPr>
        <p:spPr>
          <a:xfrm>
            <a:off x="17690080" y="24183610"/>
            <a:ext cx="8229600" cy="970549"/>
          </a:xfrm>
          <a:prstGeom prst="rect">
            <a:avLst/>
          </a:prstGeom>
          <a:noFill/>
          <a:ln/>
        </p:spPr>
        <p:txBody>
          <a:bodyPr wrap="square" lIns="0" tIns="0" rIns="0" bIns="0" rtlCol="0" anchor="t"/>
          <a:lstStyle/>
          <a:p>
            <a:pPr marL="342900" lvl="2" indent="-342900">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Introduction to GitHub.</a:t>
            </a:r>
          </a:p>
          <a:p>
            <a:pPr marL="342900" lvl="2" indent="-342900">
              <a:buFont typeface="Arial" panose="020B0604020202020204" pitchFamily="34" charset="0"/>
              <a:buChar char="•"/>
            </a:pP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Jetstream2/</a:t>
            </a:r>
            <a:r>
              <a:rPr lang="en-US" sz="1600" dirty="0" err="1">
                <a:solidFill>
                  <a:srgbClr val="000000"/>
                </a:solidFill>
                <a:latin typeface="Calibri" panose="020F0502020204030204" pitchFamily="34" charset="0"/>
                <a:ea typeface="Calibri" panose="020F0502020204030204" pitchFamily="34" charset="0"/>
                <a:cs typeface="Calibri" panose="020F0502020204030204" pitchFamily="34" charset="0"/>
              </a:rPr>
              <a:t>CloudBank</a:t>
            </a:r>
            <a:r>
              <a:rPr lang="en-US" sz="160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pPr marL="342900" lvl="2" indent="-342900">
              <a:buFont typeface="Arial" panose="020B0604020202020204" pitchFamily="34" charset="0"/>
              <a:buChar char="•"/>
            </a:pPr>
            <a:r>
              <a:rPr lang="en-US" sz="1600" dirty="0">
                <a:latin typeface="Calibri" panose="020F0502020204030204" pitchFamily="34" charset="0"/>
                <a:ea typeface="Calibri" panose="020F0502020204030204" pitchFamily="34" charset="0"/>
                <a:cs typeface="Calibri" panose="020F0502020204030204" pitchFamily="34" charset="0"/>
              </a:rPr>
              <a:t>SGX3 Gateways LLMs</a:t>
            </a:r>
          </a:p>
        </p:txBody>
      </p:sp>
      <p:sp>
        <p:nvSpPr>
          <p:cNvPr id="50" name="Shape 46"/>
          <p:cNvSpPr/>
          <p:nvPr/>
        </p:nvSpPr>
        <p:spPr>
          <a:xfrm>
            <a:off x="17640204" y="24987729"/>
            <a:ext cx="365760" cy="365760"/>
          </a:xfrm>
          <a:prstGeom prst="rect">
            <a:avLst/>
          </a:prstGeom>
          <a:solidFill>
            <a:srgbClr val="6E7D1F"/>
          </a:solidFill>
          <a:ln/>
        </p:spPr>
        <p:txBody>
          <a:bodyPr/>
          <a:lstStyle/>
          <a:p>
            <a:endParaRPr lang="en-US"/>
          </a:p>
        </p:txBody>
      </p:sp>
      <p:sp>
        <p:nvSpPr>
          <p:cNvPr id="51" name="Text 47"/>
          <p:cNvSpPr/>
          <p:nvPr/>
        </p:nvSpPr>
        <p:spPr>
          <a:xfrm>
            <a:off x="18234564" y="24914577"/>
            <a:ext cx="7635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REFERENCES</a:t>
            </a:r>
            <a:endParaRPr lang="en-US" sz="2700" dirty="0"/>
          </a:p>
        </p:txBody>
      </p:sp>
      <p:sp>
        <p:nvSpPr>
          <p:cNvPr id="53" name="Text 49"/>
          <p:cNvSpPr/>
          <p:nvPr/>
        </p:nvSpPr>
        <p:spPr>
          <a:xfrm>
            <a:off x="17690080" y="25338636"/>
            <a:ext cx="8869799" cy="2949931"/>
          </a:xfrm>
          <a:prstGeom prst="rect">
            <a:avLst/>
          </a:prstGeom>
          <a:noFill/>
          <a:ln/>
        </p:spPr>
        <p:txBody>
          <a:bodyPr wrap="square" lIns="0" tIns="0" rIns="0" bIns="0" rtlCol="0" anchor="t"/>
          <a:lstStyle/>
          <a:p>
            <a:pPr marL="285750" indent="-285750">
              <a:lnSpc>
                <a:spcPct val="120000"/>
              </a:lnSpc>
              <a:buFont typeface="Wingdings" panose="05000000000000000000" pitchFamily="2" charset="2"/>
              <a:buChar char="ü"/>
            </a:pPr>
            <a:r>
              <a:rPr lang="en-US" sz="1600" dirty="0">
                <a:solidFill>
                  <a:srgbClr val="8A7B68"/>
                </a:solidFill>
                <a:ea typeface="Calibri" pitchFamily="34" charset="-122"/>
                <a:cs typeface="Calibri" pitchFamily="34" charset="-120"/>
              </a:rPr>
              <a:t>Rafael A. Irizarry, Introduction to Data Science: Data Analysis and Prediction Algorithms with R, </a:t>
            </a:r>
            <a:r>
              <a:rPr lang="en-US" sz="1600" dirty="0">
                <a:solidFill>
                  <a:srgbClr val="8A7B68"/>
                </a:solidFill>
                <a:ea typeface="Calibri" pitchFamily="34" charset="-122"/>
                <a:cs typeface="Calibri" pitchFamily="34" charset="-120"/>
                <a:hlinkClick r:id="rId5"/>
              </a:rPr>
              <a:t>https://rafalab.dfci.harvard.edu/dsbook/</a:t>
            </a:r>
            <a:endParaRPr lang="en-US" sz="1600" dirty="0">
              <a:solidFill>
                <a:srgbClr val="8A7B68"/>
              </a:solidFill>
              <a:ea typeface="Calibri" pitchFamily="34" charset="-122"/>
              <a:cs typeface="Calibri" pitchFamily="34" charset="-120"/>
            </a:endParaRPr>
          </a:p>
          <a:p>
            <a:pPr marL="285750" indent="-285750">
              <a:lnSpc>
                <a:spcPct val="120000"/>
              </a:lnSpc>
              <a:buFont typeface="Wingdings" panose="05000000000000000000" pitchFamily="2" charset="2"/>
              <a:buChar char="ü"/>
            </a:pPr>
            <a:r>
              <a:rPr lang="en-US" sz="1600" dirty="0"/>
              <a:t>Callan, Scott J and Jannet M. Thomas, Environmental Economics and Management: Theory, Policy, and Application (Belmont, CA: Wadsworth Publishing Company).</a:t>
            </a:r>
          </a:p>
          <a:p>
            <a:pPr marL="285750" indent="-285750">
              <a:lnSpc>
                <a:spcPct val="120000"/>
              </a:lnSpc>
              <a:buFont typeface="Wingdings" panose="05000000000000000000" pitchFamily="2" charset="2"/>
              <a:buChar char="ü"/>
            </a:pPr>
            <a:r>
              <a:rPr lang="en-US" sz="1600" dirty="0"/>
              <a:t>How our data encodes systematic racism | MIT Technology Review: </a:t>
            </a:r>
            <a:r>
              <a:rPr lang="en-US" sz="1600" u="sng" dirty="0">
                <a:hlinkClick r:id="rId6"/>
              </a:rPr>
              <a:t>Click here to access</a:t>
            </a:r>
            <a:endParaRPr lang="en-US" sz="1600" u="sng" dirty="0"/>
          </a:p>
          <a:p>
            <a:pPr marL="285750" indent="-285750">
              <a:lnSpc>
                <a:spcPct val="120000"/>
              </a:lnSpc>
              <a:buFont typeface="Wingdings" panose="05000000000000000000" pitchFamily="2" charset="2"/>
              <a:buChar char="ü"/>
            </a:pPr>
            <a:r>
              <a:rPr lang="en-US" sz="1600" u="sng" dirty="0"/>
              <a:t>J</a:t>
            </a:r>
            <a:r>
              <a:rPr lang="en-US" sz="1600" dirty="0"/>
              <a:t>ustice Talks: The criticality of pairing social science and algorithmic work on Apple Podcasts: </a:t>
            </a:r>
            <a:r>
              <a:rPr lang="en-US" sz="1600" u="sng" dirty="0">
                <a:hlinkClick r:id="rId7"/>
              </a:rPr>
              <a:t>Click here to access</a:t>
            </a:r>
            <a:endParaRPr lang="en-US" sz="1600" u="sng" dirty="0"/>
          </a:p>
          <a:p>
            <a:pPr marL="285750" indent="-285750">
              <a:lnSpc>
                <a:spcPct val="120000"/>
              </a:lnSpc>
              <a:buFont typeface="Wingdings" panose="05000000000000000000" pitchFamily="2" charset="2"/>
              <a:buChar char="ü"/>
            </a:pPr>
            <a:r>
              <a:rPr lang="en-US" sz="1600" dirty="0"/>
              <a:t>Social Implications Of Algorithmic Bias: </a:t>
            </a:r>
            <a:r>
              <a:rPr lang="en-US" sz="1600" u="sng" dirty="0">
                <a:hlinkClick r:id="rId8"/>
              </a:rPr>
              <a:t>Click here to access</a:t>
            </a:r>
            <a:endParaRPr lang="en-US" sz="1600" u="sng" dirty="0"/>
          </a:p>
          <a:p>
            <a:pPr marL="285750" indent="-285750">
              <a:lnSpc>
                <a:spcPct val="120000"/>
              </a:lnSpc>
              <a:buFont typeface="Wingdings" panose="05000000000000000000" pitchFamily="2" charset="2"/>
              <a:buChar char="ü"/>
            </a:pPr>
            <a:r>
              <a:rPr lang="en-US" sz="1600" dirty="0"/>
              <a:t>Rethinking Data Privacy: The Impact of Machine Learning | by Arianna Dorschel | </a:t>
            </a:r>
            <a:r>
              <a:rPr lang="en-US" sz="1600" dirty="0" err="1"/>
              <a:t>Luminovo</a:t>
            </a:r>
            <a:r>
              <a:rPr lang="en-US" sz="1600" dirty="0"/>
              <a:t> | Medium: </a:t>
            </a:r>
            <a:r>
              <a:rPr lang="en-US" sz="1600" u="sng" dirty="0">
                <a:hlinkClick r:id="rId9"/>
              </a:rPr>
              <a:t>Click here to access</a:t>
            </a:r>
            <a:endParaRPr lang="en-US" sz="1600" dirty="0"/>
          </a:p>
          <a:p>
            <a:pPr>
              <a:lnSpc>
                <a:spcPct val="120000"/>
              </a:lnSpc>
            </a:pPr>
            <a:endParaRPr lang="en-US" dirty="0"/>
          </a:p>
        </p:txBody>
      </p:sp>
      <p:sp>
        <p:nvSpPr>
          <p:cNvPr id="54" name="Shape 50"/>
          <p:cNvSpPr/>
          <p:nvPr/>
        </p:nvSpPr>
        <p:spPr>
          <a:xfrm>
            <a:off x="911657" y="26884406"/>
            <a:ext cx="365760" cy="365760"/>
          </a:xfrm>
          <a:prstGeom prst="rect">
            <a:avLst/>
          </a:prstGeom>
          <a:solidFill>
            <a:srgbClr val="6E7D1F"/>
          </a:solidFill>
          <a:ln/>
        </p:spPr>
        <p:txBody>
          <a:bodyPr/>
          <a:lstStyle/>
          <a:p>
            <a:endParaRPr lang="en-US"/>
          </a:p>
        </p:txBody>
      </p:sp>
      <p:sp>
        <p:nvSpPr>
          <p:cNvPr id="55" name="Text 51"/>
          <p:cNvSpPr/>
          <p:nvPr/>
        </p:nvSpPr>
        <p:spPr>
          <a:xfrm>
            <a:off x="1506017" y="26811254"/>
            <a:ext cx="117500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IMPACT ON STUDENTS</a:t>
            </a:r>
            <a:endParaRPr lang="en-US" sz="2700" dirty="0"/>
          </a:p>
        </p:txBody>
      </p:sp>
      <p:sp>
        <p:nvSpPr>
          <p:cNvPr id="57" name="Shape 53"/>
          <p:cNvSpPr/>
          <p:nvPr/>
        </p:nvSpPr>
        <p:spPr>
          <a:xfrm>
            <a:off x="9121044" y="27424623"/>
            <a:ext cx="365760" cy="365760"/>
          </a:xfrm>
          <a:prstGeom prst="rect">
            <a:avLst/>
          </a:prstGeom>
          <a:solidFill>
            <a:srgbClr val="6E7D1F"/>
          </a:solidFill>
          <a:ln/>
        </p:spPr>
        <p:txBody>
          <a:bodyPr/>
          <a:lstStyle/>
          <a:p>
            <a:endParaRPr lang="en-US"/>
          </a:p>
        </p:txBody>
      </p:sp>
      <p:sp>
        <p:nvSpPr>
          <p:cNvPr id="58" name="Text 54"/>
          <p:cNvSpPr/>
          <p:nvPr/>
        </p:nvSpPr>
        <p:spPr>
          <a:xfrm>
            <a:off x="9715404" y="27351471"/>
            <a:ext cx="11064240" cy="548640"/>
          </a:xfrm>
          <a:prstGeom prst="rect">
            <a:avLst/>
          </a:prstGeom>
          <a:noFill/>
          <a:ln/>
        </p:spPr>
        <p:txBody>
          <a:bodyPr wrap="square" lIns="0" tIns="0" rIns="0" bIns="0" rtlCol="0" anchor="ctr" anchorCtr="0"/>
          <a:lstStyle/>
          <a:p>
            <a:pPr marL="0" indent="0" algn="l">
              <a:buNone/>
            </a:pPr>
            <a:r>
              <a:rPr lang="en-US" sz="2700" b="1" kern="0" spc="30" dirty="0">
                <a:solidFill>
                  <a:srgbClr val="6B4A2A"/>
                </a:solidFill>
                <a:latin typeface="Cambria" pitchFamily="34" charset="0"/>
                <a:ea typeface="Cambria" pitchFamily="34" charset="-122"/>
                <a:cs typeface="Cambria" pitchFamily="34" charset="-120"/>
              </a:rPr>
              <a:t>LESSONS LEARNED</a:t>
            </a:r>
            <a:endParaRPr lang="en-US" sz="2700" dirty="0"/>
          </a:p>
        </p:txBody>
      </p:sp>
      <p:sp>
        <p:nvSpPr>
          <p:cNvPr id="70" name="Text 66"/>
          <p:cNvSpPr/>
          <p:nvPr/>
        </p:nvSpPr>
        <p:spPr>
          <a:xfrm>
            <a:off x="9205997" y="27864862"/>
            <a:ext cx="17308860" cy="4270600"/>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What may work?</a:t>
            </a:r>
          </a:p>
          <a:p>
            <a:pPr marL="635000" lvl="1" indent="-177800">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Integrating Jetstream2 and </a:t>
            </a:r>
            <a:r>
              <a:rPr lang="en-US" dirty="0" err="1">
                <a:solidFill>
                  <a:srgbClr val="3A2E22"/>
                </a:solidFill>
                <a:latin typeface="Calibri" pitchFamily="34" charset="0"/>
                <a:ea typeface="Calibri" pitchFamily="34" charset="-122"/>
                <a:cs typeface="Calibri" pitchFamily="34" charset="-120"/>
              </a:rPr>
              <a:t>CloudBank</a:t>
            </a:r>
            <a:r>
              <a:rPr lang="en-US" dirty="0">
                <a:solidFill>
                  <a:srgbClr val="3A2E22"/>
                </a:solidFill>
                <a:latin typeface="Calibri" pitchFamily="34" charset="0"/>
                <a:ea typeface="Calibri" pitchFamily="34" charset="-122"/>
                <a:cs typeface="Calibri" pitchFamily="34" charset="-120"/>
              </a:rPr>
              <a:t> Hub may provide students with accessible, cloud-based computing environments for R, data analysis, and AI-supported learning.</a:t>
            </a:r>
          </a:p>
          <a:p>
            <a:pPr marL="635000" lvl="1" indent="-177800">
              <a:lnSpc>
                <a:spcPct val="122000"/>
              </a:lnSpc>
              <a:spcAft>
                <a:spcPts val="800"/>
              </a:spcAft>
              <a:buSzPct val="100000"/>
              <a:buChar char="•"/>
            </a:pPr>
            <a:r>
              <a:rPr lang="en-US" dirty="0"/>
              <a:t>Framing AI as a learning assistant rather than a replacement for student thinking may encourage students to use LLMs to generate ideas, identify sources, and develop/refine R code while still evaluating and validating the results.</a:t>
            </a:r>
          </a:p>
          <a:p>
            <a:pPr marL="177800" indent="-177800">
              <a:lnSpc>
                <a:spcPct val="122000"/>
              </a:lnSpc>
              <a:spcAft>
                <a:spcPts val="800"/>
              </a:spcAft>
              <a:buSzPct val="100000"/>
              <a:buChar char="•"/>
            </a:pPr>
            <a:r>
              <a:rPr lang="en-US" dirty="0"/>
              <a:t>What would change?</a:t>
            </a:r>
          </a:p>
          <a:p>
            <a:pPr marL="635000" lvl="1" indent="-177800">
              <a:lnSpc>
                <a:spcPct val="122000"/>
              </a:lnSpc>
              <a:spcAft>
                <a:spcPts val="800"/>
              </a:spcAft>
              <a:buSzPct val="100000"/>
              <a:buChar char="•"/>
            </a:pPr>
            <a:r>
              <a:rPr lang="en-US" dirty="0"/>
              <a:t>Build in more structured onboarding and troubleshooting time for Jetstream2, </a:t>
            </a:r>
            <a:r>
              <a:rPr lang="en-US" dirty="0" err="1"/>
              <a:t>CloudBank</a:t>
            </a:r>
            <a:r>
              <a:rPr lang="en-US" dirty="0"/>
              <a:t>, and R. Next time, I would provide students with a short setup guide, starter R scripts, and troubleshooting exercises before beginning the final project.</a:t>
            </a:r>
          </a:p>
          <a:p>
            <a:pPr marL="177800" indent="-177800">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What may surprise me? </a:t>
            </a:r>
          </a:p>
          <a:p>
            <a:pPr marL="635000" lvl="1" indent="-177800">
              <a:lnSpc>
                <a:spcPct val="122000"/>
              </a:lnSpc>
              <a:spcAft>
                <a:spcPts val="800"/>
              </a:spcAft>
              <a:buSzPct val="100000"/>
              <a:buChar char="•"/>
            </a:pPr>
            <a:r>
              <a:rPr lang="en-US" dirty="0"/>
              <a:t>The level of student engagement with AI and advanced computing may be greater than expected. Students may be able to move from economic concepts to AI-assisted coding and graphical analysis, demonstrating that these tools can make computational learning more accessible while also creating opportunities to teach critical evaluation and responsible AI use.</a:t>
            </a:r>
          </a:p>
          <a:p>
            <a:pPr algn="l">
              <a:lnSpc>
                <a:spcPct val="122000"/>
              </a:lnSpc>
              <a:spcAft>
                <a:spcPts val="800"/>
              </a:spcAft>
              <a:buSzPct val="100000"/>
            </a:pPr>
            <a:endParaRPr lang="en-US" sz="1800" dirty="0"/>
          </a:p>
        </p:txBody>
      </p:sp>
      <p:sp>
        <p:nvSpPr>
          <p:cNvPr id="71" name="Shape 67"/>
          <p:cNvSpPr/>
          <p:nvPr/>
        </p:nvSpPr>
        <p:spPr>
          <a:xfrm>
            <a:off x="777240" y="31481292"/>
            <a:ext cx="365760" cy="365760"/>
          </a:xfrm>
          <a:prstGeom prst="rect">
            <a:avLst/>
          </a:prstGeom>
          <a:solidFill>
            <a:srgbClr val="6E7D1F"/>
          </a:solidFill>
          <a:ln/>
        </p:spPr>
        <p:txBody>
          <a:bodyPr/>
          <a:lstStyle/>
          <a:p>
            <a:endParaRPr lang="en-US" dirty="0"/>
          </a:p>
        </p:txBody>
      </p:sp>
      <p:sp>
        <p:nvSpPr>
          <p:cNvPr id="72" name="Text 68"/>
          <p:cNvSpPr/>
          <p:nvPr/>
        </p:nvSpPr>
        <p:spPr>
          <a:xfrm>
            <a:off x="1371600" y="31408140"/>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COURSE REDESIGN: BEFORE &amp; AFTER</a:t>
            </a:r>
            <a:endParaRPr lang="en-US" sz="2800" dirty="0"/>
          </a:p>
        </p:txBody>
      </p:sp>
      <p:sp>
        <p:nvSpPr>
          <p:cNvPr id="74" name="Shape 70"/>
          <p:cNvSpPr/>
          <p:nvPr/>
        </p:nvSpPr>
        <p:spPr>
          <a:xfrm>
            <a:off x="822960" y="32413784"/>
            <a:ext cx="12527280" cy="1794875"/>
          </a:xfrm>
          <a:prstGeom prst="roundRect">
            <a:avLst>
              <a:gd name="adj" fmla="val 2500"/>
            </a:avLst>
          </a:prstGeom>
          <a:solidFill>
            <a:srgbClr val="F1ECE0"/>
          </a:solidFill>
          <a:ln w="28575">
            <a:solidFill>
              <a:srgbClr val="5B3C15"/>
            </a:solidFill>
          </a:ln>
        </p:spPr>
        <p:txBody>
          <a:bodyPr/>
          <a:lstStyle/>
          <a:p>
            <a:endParaRPr lang="en-US"/>
          </a:p>
        </p:txBody>
      </p:sp>
      <p:sp>
        <p:nvSpPr>
          <p:cNvPr id="75" name="Text 71"/>
          <p:cNvSpPr/>
          <p:nvPr/>
        </p:nvSpPr>
        <p:spPr>
          <a:xfrm>
            <a:off x="1219200" y="31851370"/>
            <a:ext cx="11887200" cy="502920"/>
          </a:xfrm>
          <a:prstGeom prst="rect">
            <a:avLst/>
          </a:prstGeom>
          <a:noFill/>
          <a:ln/>
        </p:spPr>
        <p:txBody>
          <a:bodyPr wrap="square" lIns="0" tIns="0" rIns="0" bIns="0" rtlCol="0" anchor="ctr"/>
          <a:lstStyle/>
          <a:p>
            <a:pPr marL="0" indent="0">
              <a:buNone/>
            </a:pPr>
            <a:r>
              <a:rPr lang="en-US" sz="2200" b="1" dirty="0">
                <a:solidFill>
                  <a:srgbClr val="6B4A2A"/>
                </a:solidFill>
                <a:latin typeface="Cambria" pitchFamily="34" charset="0"/>
                <a:ea typeface="Cambria" pitchFamily="34" charset="-122"/>
                <a:cs typeface="Cambria" pitchFamily="34" charset="-120"/>
              </a:rPr>
              <a:t>INITIAL SYLLABUS</a:t>
            </a:r>
            <a:endParaRPr lang="en-US" sz="2200" dirty="0"/>
          </a:p>
        </p:txBody>
      </p:sp>
      <p:sp>
        <p:nvSpPr>
          <p:cNvPr id="76" name="Text 72"/>
          <p:cNvSpPr/>
          <p:nvPr/>
        </p:nvSpPr>
        <p:spPr>
          <a:xfrm>
            <a:off x="1219200" y="32483528"/>
            <a:ext cx="11887200" cy="1640887"/>
          </a:xfrm>
          <a:prstGeom prst="rect">
            <a:avLst/>
          </a:prstGeom>
          <a:noFill/>
          <a:ln/>
        </p:spPr>
        <p:txBody>
          <a:bodyPr wrap="square" lIns="0" tIns="0" rIns="0" bIns="0" rtlCol="0" anchor="t"/>
          <a:lstStyle/>
          <a:p>
            <a:pPr marL="177800" indent="-177800" algn="l">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Manual completion of Problem Sets and Exams</a:t>
            </a:r>
            <a:endParaRPr lang="en-US" sz="1800" dirty="0"/>
          </a:p>
          <a:p>
            <a:pPr marL="177800" indent="-177800" algn="l">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Weakly Discussions</a:t>
            </a:r>
            <a:endParaRPr lang="en-US" sz="1800" dirty="0"/>
          </a:p>
          <a:p>
            <a:pPr marL="177800" indent="-177800" algn="l">
              <a:lnSpc>
                <a:spcPct val="122000"/>
              </a:lnSpc>
              <a:spcAft>
                <a:spcPts val="800"/>
              </a:spcAft>
              <a:buSzPct val="100000"/>
              <a:buChar char="•"/>
            </a:pPr>
            <a:r>
              <a:rPr lang="en-US" dirty="0">
                <a:solidFill>
                  <a:srgbClr val="3A2E22"/>
                </a:solidFill>
                <a:latin typeface="Calibri" pitchFamily="34" charset="0"/>
                <a:ea typeface="Calibri" pitchFamily="34" charset="-122"/>
                <a:cs typeface="Calibri" pitchFamily="34" charset="-120"/>
              </a:rPr>
              <a:t>No use of SGX3 Gateways LMMs</a:t>
            </a:r>
          </a:p>
          <a:p>
            <a:pPr marL="177800" indent="-177800" algn="l">
              <a:lnSpc>
                <a:spcPct val="122000"/>
              </a:lnSpc>
              <a:spcAft>
                <a:spcPts val="800"/>
              </a:spcAft>
              <a:buSzPct val="100000"/>
              <a:buChar char="•"/>
            </a:pPr>
            <a:r>
              <a:rPr lang="en-US" sz="1800" dirty="0">
                <a:solidFill>
                  <a:srgbClr val="3A2E22"/>
                </a:solidFill>
                <a:latin typeface="Calibri" pitchFamily="34" charset="0"/>
                <a:ea typeface="Calibri" pitchFamily="34" charset="-122"/>
                <a:cs typeface="Calibri" pitchFamily="34" charset="-120"/>
              </a:rPr>
              <a:t>No </a:t>
            </a:r>
            <a:r>
              <a:rPr lang="en-US" dirty="0">
                <a:solidFill>
                  <a:srgbClr val="3A2E22"/>
                </a:solidFill>
                <a:latin typeface="Calibri" pitchFamily="34" charset="0"/>
                <a:ea typeface="Calibri" pitchFamily="34" charset="-122"/>
                <a:cs typeface="Calibri" pitchFamily="34" charset="-120"/>
              </a:rPr>
              <a:t>use of Jetstream2/</a:t>
            </a:r>
            <a:r>
              <a:rPr lang="en-US" dirty="0" err="1">
                <a:solidFill>
                  <a:srgbClr val="3A2E22"/>
                </a:solidFill>
                <a:latin typeface="Calibri" pitchFamily="34" charset="0"/>
                <a:ea typeface="Calibri" pitchFamily="34" charset="-122"/>
                <a:cs typeface="Calibri" pitchFamily="34" charset="-120"/>
              </a:rPr>
              <a:t>CloudBank</a:t>
            </a:r>
            <a:endParaRPr lang="en-US" sz="1800" dirty="0"/>
          </a:p>
        </p:txBody>
      </p:sp>
      <p:sp>
        <p:nvSpPr>
          <p:cNvPr id="77" name="Shape 73"/>
          <p:cNvSpPr/>
          <p:nvPr/>
        </p:nvSpPr>
        <p:spPr>
          <a:xfrm>
            <a:off x="13987577" y="32424842"/>
            <a:ext cx="12527280" cy="1783817"/>
          </a:xfrm>
          <a:prstGeom prst="roundRect">
            <a:avLst>
              <a:gd name="adj" fmla="val 2500"/>
            </a:avLst>
          </a:prstGeom>
          <a:solidFill>
            <a:srgbClr val="ECEFDD"/>
          </a:solidFill>
          <a:ln w="28575">
            <a:solidFill>
              <a:srgbClr val="55661A"/>
            </a:solidFill>
          </a:ln>
        </p:spPr>
        <p:txBody>
          <a:bodyPr/>
          <a:lstStyle/>
          <a:p>
            <a:endParaRPr lang="en-US"/>
          </a:p>
        </p:txBody>
      </p:sp>
      <p:sp>
        <p:nvSpPr>
          <p:cNvPr id="78" name="Text 74"/>
          <p:cNvSpPr/>
          <p:nvPr/>
        </p:nvSpPr>
        <p:spPr>
          <a:xfrm>
            <a:off x="14307617" y="31973569"/>
            <a:ext cx="11887200" cy="502920"/>
          </a:xfrm>
          <a:prstGeom prst="rect">
            <a:avLst/>
          </a:prstGeom>
          <a:noFill/>
          <a:ln/>
        </p:spPr>
        <p:txBody>
          <a:bodyPr wrap="square" lIns="0" tIns="0" rIns="0" bIns="0" rtlCol="0" anchor="ctr"/>
          <a:lstStyle/>
          <a:p>
            <a:pPr marL="0" indent="0">
              <a:buNone/>
            </a:pPr>
            <a:r>
              <a:rPr lang="en-US" sz="2200" b="1" dirty="0">
                <a:solidFill>
                  <a:srgbClr val="55661A"/>
                </a:solidFill>
                <a:latin typeface="Cambria" pitchFamily="34" charset="0"/>
                <a:ea typeface="Cambria" pitchFamily="34" charset="-122"/>
                <a:cs typeface="Cambria" pitchFamily="34" charset="-120"/>
              </a:rPr>
              <a:t>MODIFIED SYLLABUS</a:t>
            </a:r>
            <a:endParaRPr lang="en-US" sz="2200" dirty="0"/>
          </a:p>
        </p:txBody>
      </p:sp>
      <p:sp>
        <p:nvSpPr>
          <p:cNvPr id="79" name="Text 75"/>
          <p:cNvSpPr/>
          <p:nvPr/>
        </p:nvSpPr>
        <p:spPr>
          <a:xfrm>
            <a:off x="14385641" y="32573117"/>
            <a:ext cx="11887200" cy="1818029"/>
          </a:xfrm>
          <a:prstGeom prst="rect">
            <a:avLst/>
          </a:prstGeom>
          <a:noFill/>
          <a:ln/>
        </p:spPr>
        <p:txBody>
          <a:bodyPr wrap="square" lIns="0" tIns="0" rIns="0" bIns="0" rtlCol="0" anchor="t"/>
          <a:lstStyle/>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datasets from </a:t>
            </a:r>
            <a:r>
              <a:rPr lang="en-US" dirty="0">
                <a:solidFill>
                  <a:srgbClr val="3A2E22"/>
                </a:solidFill>
                <a:latin typeface="Calibri" pitchFamily="34" charset="0"/>
                <a:ea typeface="Calibri" pitchFamily="34" charset="-122"/>
                <a:cs typeface="Calibri" pitchFamily="34" charset="-120"/>
                <a:hlinkClick r:id="rId3"/>
              </a:rPr>
              <a:t>https://doi.ccs.ornl.gov/datasets</a:t>
            </a:r>
            <a:endParaRPr lang="en-US" dirty="0">
              <a:solidFill>
                <a:srgbClr val="3A2E22"/>
              </a:solidFill>
              <a:latin typeface="Calibri" pitchFamily="34" charset="0"/>
              <a:ea typeface="Calibri" pitchFamily="34" charset="-122"/>
              <a:cs typeface="Calibri" pitchFamily="34" charset="-120"/>
            </a:endParaRPr>
          </a:p>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SGX3 Gateways LLMs (</a:t>
            </a:r>
            <a:r>
              <a:rPr lang="en-US" dirty="0">
                <a:solidFill>
                  <a:srgbClr val="3A2E22"/>
                </a:solidFill>
                <a:latin typeface="Calibri" pitchFamily="34" charset="0"/>
                <a:ea typeface="Calibri" pitchFamily="34" charset="-122"/>
                <a:cs typeface="Calibri" pitchFamily="34" charset="-120"/>
                <a:hlinkClick r:id="rId4"/>
              </a:rPr>
              <a:t>https://llm.jetstream-cloud.org/auth?redirect=%2F</a:t>
            </a:r>
            <a:r>
              <a:rPr lang="en-US" dirty="0">
                <a:solidFill>
                  <a:srgbClr val="3A2E22"/>
                </a:solidFill>
                <a:latin typeface="Calibri" pitchFamily="34" charset="0"/>
                <a:ea typeface="Calibri" pitchFamily="34" charset="-122"/>
                <a:cs typeface="Calibri" pitchFamily="34" charset="-120"/>
              </a:rPr>
              <a:t>)</a:t>
            </a:r>
          </a:p>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a:t>
            </a:r>
            <a:r>
              <a:rPr lang="en-US" dirty="0" err="1">
                <a:solidFill>
                  <a:srgbClr val="3A2E22"/>
                </a:solidFill>
                <a:latin typeface="Calibri" pitchFamily="34" charset="0"/>
                <a:ea typeface="Calibri" pitchFamily="34" charset="-122"/>
                <a:cs typeface="Calibri" pitchFamily="34" charset="-120"/>
              </a:rPr>
              <a:t>CloudBank</a:t>
            </a:r>
            <a:r>
              <a:rPr lang="en-US" dirty="0">
                <a:solidFill>
                  <a:srgbClr val="3A2E22"/>
                </a:solidFill>
                <a:latin typeface="Calibri" pitchFamily="34" charset="0"/>
                <a:ea typeface="Calibri" pitchFamily="34" charset="-122"/>
                <a:cs typeface="Calibri" pitchFamily="34" charset="-120"/>
              </a:rPr>
              <a:t> with points toward the final course grade</a:t>
            </a:r>
          </a:p>
          <a:p>
            <a:pPr marL="285750" indent="-285750">
              <a:lnSpc>
                <a:spcPct val="120000"/>
              </a:lnSpc>
              <a:buFont typeface="Wingdings" panose="05000000000000000000" pitchFamily="2" charset="2"/>
              <a:buChar char="§"/>
            </a:pPr>
            <a:r>
              <a:rPr lang="en-US" dirty="0">
                <a:solidFill>
                  <a:srgbClr val="3A2E22"/>
                </a:solidFill>
                <a:latin typeface="Calibri" pitchFamily="34" charset="0"/>
                <a:ea typeface="Calibri" pitchFamily="34" charset="-122"/>
                <a:cs typeface="Calibri" pitchFamily="34" charset="-120"/>
              </a:rPr>
              <a:t>Use of R in Jetstream2/</a:t>
            </a:r>
            <a:r>
              <a:rPr lang="en-US" dirty="0" err="1">
                <a:solidFill>
                  <a:srgbClr val="3A2E22"/>
                </a:solidFill>
                <a:latin typeface="Calibri" pitchFamily="34" charset="0"/>
                <a:ea typeface="Calibri" pitchFamily="34" charset="-122"/>
                <a:cs typeface="Calibri" pitchFamily="34" charset="-120"/>
              </a:rPr>
              <a:t>CloudBank</a:t>
            </a:r>
            <a:r>
              <a:rPr lang="en-US" dirty="0">
                <a:solidFill>
                  <a:srgbClr val="3A2E22"/>
                </a:solidFill>
                <a:latin typeface="Calibri" pitchFamily="34" charset="0"/>
                <a:ea typeface="Calibri" pitchFamily="34" charset="-122"/>
                <a:cs typeface="Calibri" pitchFamily="34" charset="-120"/>
              </a:rPr>
              <a:t> for data visualization</a:t>
            </a:r>
          </a:p>
          <a:p>
            <a:pPr marL="285750" indent="-285750">
              <a:lnSpc>
                <a:spcPct val="120000"/>
              </a:lnSpc>
              <a:buFont typeface="Wingdings" panose="05000000000000000000" pitchFamily="2" charset="2"/>
              <a:buChar char="§"/>
            </a:pPr>
            <a:endParaRPr lang="en-US" dirty="0"/>
          </a:p>
        </p:txBody>
      </p:sp>
      <p:sp>
        <p:nvSpPr>
          <p:cNvPr id="80" name="Shape 76"/>
          <p:cNvSpPr/>
          <p:nvPr/>
        </p:nvSpPr>
        <p:spPr>
          <a:xfrm>
            <a:off x="914400" y="34396039"/>
            <a:ext cx="365760" cy="365760"/>
          </a:xfrm>
          <a:prstGeom prst="rect">
            <a:avLst/>
          </a:prstGeom>
          <a:solidFill>
            <a:srgbClr val="6E7D1F"/>
          </a:solidFill>
          <a:ln/>
        </p:spPr>
        <p:txBody>
          <a:bodyPr/>
          <a:lstStyle/>
          <a:p>
            <a:endParaRPr lang="en-US"/>
          </a:p>
        </p:txBody>
      </p:sp>
      <p:sp>
        <p:nvSpPr>
          <p:cNvPr id="81" name="Text 77"/>
          <p:cNvSpPr/>
          <p:nvPr/>
        </p:nvSpPr>
        <p:spPr>
          <a:xfrm>
            <a:off x="1508760" y="34322887"/>
            <a:ext cx="25008840" cy="548640"/>
          </a:xfrm>
          <a:prstGeom prst="rect">
            <a:avLst/>
          </a:prstGeom>
          <a:noFill/>
          <a:ln/>
        </p:spPr>
        <p:txBody>
          <a:bodyPr wrap="square" lIns="0" tIns="0" rIns="0" bIns="0" rtlCol="0" anchor="ctr" anchorCtr="0"/>
          <a:lstStyle/>
          <a:p>
            <a:pPr marL="0" indent="0" algn="l">
              <a:buNone/>
            </a:pPr>
            <a:r>
              <a:rPr lang="en-US" sz="2800" b="1" kern="0" spc="30" dirty="0">
                <a:solidFill>
                  <a:srgbClr val="6B4A2A"/>
                </a:solidFill>
                <a:latin typeface="Cambria" pitchFamily="34" charset="0"/>
                <a:ea typeface="Cambria" pitchFamily="34" charset="-122"/>
                <a:cs typeface="Cambria" pitchFamily="34" charset="-120"/>
              </a:rPr>
              <a:t>AUTHORS &amp; MENTORS</a:t>
            </a:r>
            <a:endParaRPr lang="en-US" sz="2800" dirty="0"/>
          </a:p>
        </p:txBody>
      </p:sp>
      <p:sp>
        <p:nvSpPr>
          <p:cNvPr id="82" name="Text 78"/>
          <p:cNvSpPr/>
          <p:nvPr/>
        </p:nvSpPr>
        <p:spPr>
          <a:xfrm>
            <a:off x="1508760" y="34853239"/>
            <a:ext cx="25008840" cy="292608"/>
          </a:xfrm>
          <a:prstGeom prst="rect">
            <a:avLst/>
          </a:prstGeom>
          <a:noFill/>
          <a:ln/>
        </p:spPr>
        <p:txBody>
          <a:bodyPr wrap="square" lIns="0" tIns="0" rIns="0" bIns="0" rtlCol="0" anchor="t"/>
          <a:lstStyle/>
          <a:p>
            <a:pPr marL="0" indent="0" algn="l">
              <a:buNone/>
            </a:pPr>
            <a:r>
              <a:rPr lang="en-US" sz="1400" i="1" dirty="0">
                <a:solidFill>
                  <a:srgbClr val="8A7B68"/>
                </a:solidFill>
                <a:latin typeface="Calibri" pitchFamily="34" charset="0"/>
                <a:ea typeface="Calibri" pitchFamily="34" charset="-122"/>
                <a:cs typeface="Calibri" pitchFamily="34" charset="-120"/>
              </a:rPr>
              <a:t>Credit the faculty participant and Gateways mentor(s): photo, role, institution, email.</a:t>
            </a:r>
            <a:endParaRPr lang="en-US" sz="1400" dirty="0"/>
          </a:p>
        </p:txBody>
      </p:sp>
      <p:sp>
        <p:nvSpPr>
          <p:cNvPr id="83" name="Shape 79"/>
          <p:cNvSpPr/>
          <p:nvPr/>
        </p:nvSpPr>
        <p:spPr>
          <a:xfrm>
            <a:off x="914400" y="35438455"/>
            <a:ext cx="1005840" cy="1005840"/>
          </a:xfrm>
          <a:prstGeom prst="ellipse">
            <a:avLst/>
          </a:prstGeom>
          <a:solidFill>
            <a:srgbClr val="F1ECE0"/>
          </a:solidFill>
          <a:ln w="12700">
            <a:solidFill>
              <a:srgbClr val="E4DCCB"/>
            </a:solidFill>
            <a:prstDash val="solid"/>
          </a:ln>
        </p:spPr>
        <p:txBody>
          <a:bodyPr/>
          <a:lstStyle/>
          <a:p>
            <a:endParaRPr lang="en-US"/>
          </a:p>
        </p:txBody>
      </p:sp>
      <p:sp>
        <p:nvSpPr>
          <p:cNvPr id="84" name="Text 80"/>
          <p:cNvSpPr/>
          <p:nvPr/>
        </p:nvSpPr>
        <p:spPr>
          <a:xfrm>
            <a:off x="914400" y="35438455"/>
            <a:ext cx="1005840" cy="1005840"/>
          </a:xfrm>
          <a:prstGeom prst="rect">
            <a:avLst/>
          </a:prstGeom>
          <a:noFill/>
          <a:ln/>
        </p:spPr>
        <p:txBody>
          <a:bodyPr wrap="square" lIns="0" tIns="0" rIns="0" bIns="0" rtlCol="0" anchor="ctr"/>
          <a:lstStyle/>
          <a:p>
            <a:pPr marL="0" indent="0" algn="ctr">
              <a:buNone/>
            </a:pPr>
            <a:r>
              <a:rPr lang="en-US" sz="1200" i="1" dirty="0">
                <a:solidFill>
                  <a:srgbClr val="8A7B68"/>
                </a:solidFill>
                <a:latin typeface="Calibri" pitchFamily="34" charset="0"/>
                <a:ea typeface="Calibri" pitchFamily="34" charset="-122"/>
                <a:cs typeface="Calibri" pitchFamily="34" charset="-120"/>
              </a:rPr>
              <a:t>[photo]</a:t>
            </a:r>
            <a:endParaRPr lang="en-US" sz="1200" dirty="0"/>
          </a:p>
        </p:txBody>
      </p:sp>
      <p:sp>
        <p:nvSpPr>
          <p:cNvPr id="85" name="Text 81"/>
          <p:cNvSpPr/>
          <p:nvPr/>
        </p:nvSpPr>
        <p:spPr>
          <a:xfrm>
            <a:off x="2103120" y="35438455"/>
            <a:ext cx="7040880" cy="1828800"/>
          </a:xfrm>
          <a:prstGeom prst="rect">
            <a:avLst/>
          </a:prstGeom>
          <a:noFill/>
          <a:ln/>
        </p:spPr>
        <p:txBody>
          <a:bodyPr wrap="square" lIns="0" tIns="0" rIns="0" bIns="0" rtlCol="0" anchor="t"/>
          <a:lstStyle/>
          <a:p>
            <a:pPr marL="0" indent="0" algn="l">
              <a:lnSpc>
                <a:spcPct val="120000"/>
              </a:lnSpc>
              <a:buNone/>
            </a:pPr>
            <a:r>
              <a:rPr lang="en-US" sz="1900" b="1" dirty="0">
                <a:solidFill>
                  <a:srgbClr val="6B4A2A"/>
                </a:solidFill>
                <a:latin typeface="Calibri" pitchFamily="34" charset="0"/>
                <a:ea typeface="Calibri" pitchFamily="34" charset="-122"/>
                <a:cs typeface="Calibri" pitchFamily="34" charset="-120"/>
              </a:rPr>
              <a:t>OYEBADE KUNLE OYERINDE</a:t>
            </a:r>
            <a:endParaRPr lang="en-US" sz="1900" dirty="0"/>
          </a:p>
          <a:p>
            <a:pPr marL="0" indent="0" algn="l">
              <a:lnSpc>
                <a:spcPct val="120000"/>
              </a:lnSpc>
              <a:buNone/>
            </a:pPr>
            <a:r>
              <a:rPr lang="en-US" sz="1600" dirty="0">
                <a:solidFill>
                  <a:srgbClr val="55661A"/>
                </a:solidFill>
                <a:latin typeface="Calibri" pitchFamily="34" charset="0"/>
                <a:ea typeface="Calibri" pitchFamily="34" charset="-122"/>
                <a:cs typeface="Calibri" pitchFamily="34" charset="-120"/>
              </a:rPr>
              <a:t>Faculty Participant</a:t>
            </a:r>
          </a:p>
          <a:p>
            <a:pPr marL="0" indent="0" algn="l">
              <a:lnSpc>
                <a:spcPct val="120000"/>
              </a:lnSpc>
              <a:buNone/>
            </a:pPr>
            <a:r>
              <a:rPr lang="en-US" sz="1600" dirty="0">
                <a:solidFill>
                  <a:srgbClr val="55661A"/>
                </a:solidFill>
                <a:latin typeface="Calibri" pitchFamily="34" charset="0"/>
                <a:ea typeface="Calibri" pitchFamily="34" charset="-122"/>
                <a:cs typeface="Calibri" pitchFamily="34" charset="-120"/>
              </a:rPr>
              <a:t>Clark Atlanta University</a:t>
            </a:r>
            <a:endParaRPr lang="en-US" sz="1900" dirty="0"/>
          </a:p>
          <a:p>
            <a:pPr marL="0" indent="0" algn="l">
              <a:lnSpc>
                <a:spcPct val="120000"/>
              </a:lnSpc>
              <a:buNone/>
            </a:pPr>
            <a:r>
              <a:rPr lang="en-US" sz="1500" dirty="0">
                <a:solidFill>
                  <a:srgbClr val="3A2E22"/>
                </a:solidFill>
                <a:latin typeface="Calibri" pitchFamily="34" charset="0"/>
                <a:ea typeface="Calibri" pitchFamily="34" charset="-122"/>
                <a:cs typeface="Calibri" pitchFamily="34" charset="-120"/>
              </a:rPr>
              <a:t>ooyerinde@cau.edu</a:t>
            </a:r>
            <a:endParaRPr lang="en-US" sz="1900" dirty="0"/>
          </a:p>
          <a:p>
            <a:pPr marL="0" indent="0" algn="l">
              <a:lnSpc>
                <a:spcPct val="120000"/>
              </a:lnSpc>
              <a:buNone/>
            </a:pPr>
            <a:endParaRPr lang="en-US" sz="1900" dirty="0"/>
          </a:p>
        </p:txBody>
      </p:sp>
      <p:sp>
        <p:nvSpPr>
          <p:cNvPr id="86" name="Shape 82"/>
          <p:cNvSpPr/>
          <p:nvPr/>
        </p:nvSpPr>
        <p:spPr>
          <a:xfrm>
            <a:off x="9601200" y="35438455"/>
            <a:ext cx="1005840" cy="1005840"/>
          </a:xfrm>
          <a:prstGeom prst="ellipse">
            <a:avLst/>
          </a:prstGeom>
          <a:solidFill>
            <a:srgbClr val="F1ECE0"/>
          </a:solidFill>
          <a:ln w="12700">
            <a:solidFill>
              <a:srgbClr val="E4DCCB"/>
            </a:solidFill>
            <a:prstDash val="solid"/>
          </a:ln>
        </p:spPr>
        <p:txBody>
          <a:bodyPr/>
          <a:lstStyle/>
          <a:p>
            <a:endParaRPr lang="en-US"/>
          </a:p>
        </p:txBody>
      </p:sp>
      <p:sp>
        <p:nvSpPr>
          <p:cNvPr id="87" name="Text 83"/>
          <p:cNvSpPr/>
          <p:nvPr/>
        </p:nvSpPr>
        <p:spPr>
          <a:xfrm>
            <a:off x="9601200" y="35438455"/>
            <a:ext cx="1005840" cy="1005840"/>
          </a:xfrm>
          <a:prstGeom prst="rect">
            <a:avLst/>
          </a:prstGeom>
          <a:noFill/>
          <a:ln/>
        </p:spPr>
        <p:txBody>
          <a:bodyPr wrap="square" lIns="0" tIns="0" rIns="0" bIns="0" rtlCol="0" anchor="ctr"/>
          <a:lstStyle/>
          <a:p>
            <a:pPr marL="0" indent="0" algn="ctr">
              <a:buNone/>
            </a:pPr>
            <a:r>
              <a:rPr lang="en-US" sz="1200" i="1" dirty="0">
                <a:solidFill>
                  <a:srgbClr val="8A7B68"/>
                </a:solidFill>
                <a:latin typeface="Calibri" pitchFamily="34" charset="0"/>
                <a:ea typeface="Calibri" pitchFamily="34" charset="-122"/>
                <a:cs typeface="Calibri" pitchFamily="34" charset="-120"/>
              </a:rPr>
              <a:t>[photo]</a:t>
            </a:r>
            <a:endParaRPr lang="en-US" sz="1200" dirty="0"/>
          </a:p>
        </p:txBody>
      </p:sp>
      <p:sp>
        <p:nvSpPr>
          <p:cNvPr id="88" name="Text 84"/>
          <p:cNvSpPr/>
          <p:nvPr/>
        </p:nvSpPr>
        <p:spPr>
          <a:xfrm>
            <a:off x="10789920" y="35438455"/>
            <a:ext cx="7040880" cy="1828800"/>
          </a:xfrm>
          <a:prstGeom prst="rect">
            <a:avLst/>
          </a:prstGeom>
          <a:noFill/>
          <a:ln/>
        </p:spPr>
        <p:txBody>
          <a:bodyPr wrap="square" lIns="0" tIns="0" rIns="0" bIns="0" rtlCol="0" anchor="t"/>
          <a:lstStyle/>
          <a:p>
            <a:pPr>
              <a:lnSpc>
                <a:spcPct val="120000"/>
              </a:lnSpc>
            </a:pPr>
            <a:r>
              <a:rPr lang="en-US" b="1" dirty="0">
                <a:solidFill>
                  <a:srgbClr val="6B4A2A"/>
                </a:solidFill>
                <a:latin typeface="Calibri" pitchFamily="34" charset="0"/>
                <a:ea typeface="Calibri" pitchFamily="34" charset="-122"/>
                <a:cs typeface="Calibri" pitchFamily="34" charset="-120"/>
              </a:rPr>
              <a:t>Dr. </a:t>
            </a:r>
            <a:r>
              <a:rPr lang="en-US" b="1" dirty="0"/>
              <a:t>Elijah McCarthy</a:t>
            </a:r>
            <a:endParaRPr lang="en-US" dirty="0"/>
          </a:p>
          <a:p>
            <a:pPr marL="0" indent="0" algn="l">
              <a:lnSpc>
                <a:spcPct val="120000"/>
              </a:lnSpc>
              <a:buNone/>
            </a:pPr>
            <a:r>
              <a:rPr lang="en-US" dirty="0">
                <a:solidFill>
                  <a:srgbClr val="55661A"/>
                </a:solidFill>
                <a:latin typeface="Calibri" pitchFamily="34" charset="0"/>
                <a:ea typeface="Calibri" pitchFamily="34" charset="-122"/>
                <a:cs typeface="Calibri" pitchFamily="34" charset="-120"/>
              </a:rPr>
              <a:t>Faculty Mentor</a:t>
            </a:r>
            <a:endParaRPr lang="en-US" dirty="0"/>
          </a:p>
          <a:p>
            <a:pPr marL="0" indent="0" algn="l">
              <a:lnSpc>
                <a:spcPct val="120000"/>
              </a:lnSpc>
              <a:buNone/>
            </a:pPr>
            <a:r>
              <a:rPr lang="en-US" dirty="0"/>
              <a:t>Oak Ridge National Laboratory</a:t>
            </a:r>
          </a:p>
          <a:p>
            <a:pPr>
              <a:lnSpc>
                <a:spcPct val="120000"/>
              </a:lnSpc>
            </a:pPr>
            <a:r>
              <a:rPr lang="en-US" dirty="0">
                <a:solidFill>
                  <a:srgbClr val="8A7B68"/>
                </a:solidFill>
                <a:latin typeface="Calibri" pitchFamily="34" charset="0"/>
                <a:ea typeface="Calibri" pitchFamily="34" charset="-122"/>
                <a:cs typeface="Calibri" pitchFamily="34" charset="-120"/>
              </a:rPr>
              <a:t>maccarthyea@ornl.gov</a:t>
            </a:r>
            <a:endParaRPr lang="en-US" dirty="0"/>
          </a:p>
        </p:txBody>
      </p:sp>
      <p:sp>
        <p:nvSpPr>
          <p:cNvPr id="92" name="Shape 88"/>
          <p:cNvSpPr/>
          <p:nvPr/>
        </p:nvSpPr>
        <p:spPr>
          <a:xfrm>
            <a:off x="0" y="37673280"/>
            <a:ext cx="27432000" cy="3474720"/>
          </a:xfrm>
          <a:prstGeom prst="rect">
            <a:avLst/>
          </a:prstGeom>
          <a:solidFill>
            <a:srgbClr val="6B4A2A"/>
          </a:solidFill>
          <a:ln/>
        </p:spPr>
        <p:txBody>
          <a:bodyPr/>
          <a:lstStyle/>
          <a:p>
            <a:endParaRPr lang="en-US"/>
          </a:p>
        </p:txBody>
      </p:sp>
      <p:sp>
        <p:nvSpPr>
          <p:cNvPr id="93" name="Text 89"/>
          <p:cNvSpPr/>
          <p:nvPr/>
        </p:nvSpPr>
        <p:spPr>
          <a:xfrm>
            <a:off x="685800" y="37974270"/>
            <a:ext cx="12801600" cy="411480"/>
          </a:xfrm>
          <a:prstGeom prst="rect">
            <a:avLst/>
          </a:prstGeom>
          <a:noFill/>
          <a:ln/>
        </p:spPr>
        <p:txBody>
          <a:bodyPr wrap="square" lIns="0" tIns="0" rIns="0" bIns="0" rtlCol="0" anchor="ctr"/>
          <a:lstStyle/>
          <a:p>
            <a:pPr marL="0" indent="0">
              <a:buNone/>
            </a:pPr>
            <a:r>
              <a:rPr lang="en-US" sz="2800" b="1" kern="0" spc="120" dirty="0">
                <a:solidFill>
                  <a:srgbClr val="DACBB0"/>
                </a:solidFill>
                <a:latin typeface="Calibri" pitchFamily="34" charset="0"/>
                <a:ea typeface="Calibri" pitchFamily="34" charset="-122"/>
                <a:cs typeface="Calibri" pitchFamily="34" charset="-120"/>
              </a:rPr>
              <a:t>PROJECT GITHUB REPO</a:t>
            </a:r>
            <a:endParaRPr lang="en-US" sz="2800" dirty="0">
              <a:solidFill>
                <a:srgbClr val="DACBB0"/>
              </a:solidFill>
            </a:endParaRPr>
          </a:p>
        </p:txBody>
      </p:sp>
      <p:sp>
        <p:nvSpPr>
          <p:cNvPr id="94" name="Text 90"/>
          <p:cNvSpPr/>
          <p:nvPr/>
        </p:nvSpPr>
        <p:spPr>
          <a:xfrm>
            <a:off x="1219200" y="38442138"/>
            <a:ext cx="11220450" cy="438912"/>
          </a:xfrm>
          <a:prstGeom prst="rect">
            <a:avLst/>
          </a:prstGeom>
          <a:noFill/>
          <a:ln/>
        </p:spPr>
        <p:txBody>
          <a:bodyPr wrap="square" lIns="0" tIns="0" rIns="0" bIns="0" rtlCol="0" anchor="ctr"/>
          <a:lstStyle/>
          <a:p>
            <a:r>
              <a:rPr lang="en-US" sz="2800" dirty="0">
                <a:solidFill>
                  <a:schemeClr val="bg1"/>
                </a:solidFill>
              </a:rPr>
              <a:t>https://github.com/ooyerind/FacultyHack-Gateways26</a:t>
            </a:r>
          </a:p>
        </p:txBody>
      </p:sp>
      <p:pic>
        <p:nvPicPr>
          <p:cNvPr id="132" name="Picture 131">
            <a:extLst>
              <a:ext uri="{FF2B5EF4-FFF2-40B4-BE49-F238E27FC236}">
                <a16:creationId xmlns:a16="http://schemas.microsoft.com/office/drawing/2014/main" id="{2B7E8A16-E1BE-C2A1-7F9F-389D23DE05F6}"/>
              </a:ext>
            </a:extLst>
          </p:cNvPr>
          <p:cNvPicPr>
            <a:picLocks noChangeAspect="1"/>
          </p:cNvPicPr>
          <p:nvPr/>
        </p:nvPicPr>
        <p:blipFill>
          <a:blip r:embed="rId10"/>
          <a:stretch>
            <a:fillRect/>
          </a:stretch>
        </p:blipFill>
        <p:spPr>
          <a:xfrm>
            <a:off x="20329241" y="32465315"/>
            <a:ext cx="7557973" cy="7557973"/>
          </a:xfrm>
          <a:prstGeom prst="rect">
            <a:avLst/>
          </a:prstGeom>
        </p:spPr>
      </p:pic>
      <p:sp>
        <p:nvSpPr>
          <p:cNvPr id="95" name="Text 91"/>
          <p:cNvSpPr/>
          <p:nvPr/>
        </p:nvSpPr>
        <p:spPr>
          <a:xfrm>
            <a:off x="685800" y="38934390"/>
            <a:ext cx="18745200" cy="548640"/>
          </a:xfrm>
          <a:prstGeom prst="rect">
            <a:avLst/>
          </a:prstGeom>
          <a:noFill/>
          <a:ln/>
        </p:spPr>
        <p:txBody>
          <a:bodyPr wrap="square" lIns="0" tIns="0" rIns="0" bIns="0" rtlCol="0" anchor="ctr"/>
          <a:lstStyle/>
          <a:p>
            <a:pPr marL="0" indent="0">
              <a:buNone/>
            </a:pPr>
            <a:r>
              <a:rPr lang="en-US" sz="2400" dirty="0">
                <a:solidFill>
                  <a:srgbClr val="C9BCA3"/>
                </a:solidFill>
                <a:latin typeface="Calibri" pitchFamily="34" charset="0"/>
                <a:ea typeface="Calibri" pitchFamily="34" charset="-122"/>
                <a:cs typeface="Calibri" pitchFamily="34" charset="-120"/>
              </a:rPr>
              <a:t>Sponsors: SGX3  ·  National Science Foundation  ·  ORNL  ·  </a:t>
            </a:r>
            <a:r>
              <a:rPr lang="en-US" sz="2400" dirty="0" err="1">
                <a:solidFill>
                  <a:srgbClr val="C9BCA3"/>
                </a:solidFill>
                <a:latin typeface="Calibri" pitchFamily="34" charset="0"/>
                <a:ea typeface="Calibri" pitchFamily="34" charset="-122"/>
                <a:cs typeface="Calibri" pitchFamily="34" charset="-120"/>
              </a:rPr>
              <a:t>Omnibond</a:t>
            </a:r>
            <a:r>
              <a:rPr lang="en-US" sz="2400" dirty="0">
                <a:solidFill>
                  <a:srgbClr val="C9BCA3"/>
                </a:solidFill>
                <a:latin typeface="Calibri" pitchFamily="34" charset="0"/>
                <a:ea typeface="Calibri" pitchFamily="34" charset="-122"/>
                <a:cs typeface="Calibri" pitchFamily="34" charset="-120"/>
              </a:rPr>
              <a:t>  ·  TACC  ·  HackHPC</a:t>
            </a:r>
            <a:endParaRPr lang="en-US" sz="2400" dirty="0"/>
          </a:p>
        </p:txBody>
      </p:sp>
      <p:sp>
        <p:nvSpPr>
          <p:cNvPr id="102" name="Rounded Rectangle 101">
            <a:extLst>
              <a:ext uri="{FF2B5EF4-FFF2-40B4-BE49-F238E27FC236}">
                <a16:creationId xmlns:a16="http://schemas.microsoft.com/office/drawing/2014/main" id="{2BFFB601-E1CE-E3E6-5A51-4EEE60F8D9D6}"/>
              </a:ext>
            </a:extLst>
          </p:cNvPr>
          <p:cNvSpPr/>
          <p:nvPr/>
        </p:nvSpPr>
        <p:spPr>
          <a:xfrm>
            <a:off x="49349" y="17343"/>
            <a:ext cx="5355771" cy="3017665"/>
          </a:xfrm>
          <a:prstGeom prst="roundRect">
            <a:avLst/>
          </a:prstGeom>
          <a:solidFill>
            <a:schemeClr val="bg1"/>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a:extLst>
              <a:ext uri="{FF2B5EF4-FFF2-40B4-BE49-F238E27FC236}">
                <a16:creationId xmlns:a16="http://schemas.microsoft.com/office/drawing/2014/main" id="{9EBF381E-CFBD-4F06-FA02-91B6137AFBBB}"/>
              </a:ext>
            </a:extLst>
          </p:cNvPr>
          <p:cNvPicPr>
            <a:picLocks noChangeAspect="1"/>
          </p:cNvPicPr>
          <p:nvPr/>
        </p:nvPicPr>
        <p:blipFill>
          <a:blip r:embed="rId11"/>
          <a:stretch>
            <a:fillRect/>
          </a:stretch>
        </p:blipFill>
        <p:spPr>
          <a:xfrm>
            <a:off x="402945" y="52235"/>
            <a:ext cx="4671975" cy="2627986"/>
          </a:xfrm>
          <a:prstGeom prst="rect">
            <a:avLst/>
          </a:prstGeom>
        </p:spPr>
      </p:pic>
      <p:sp>
        <p:nvSpPr>
          <p:cNvPr id="103" name="Rounded Rectangle 102">
            <a:extLst>
              <a:ext uri="{FF2B5EF4-FFF2-40B4-BE49-F238E27FC236}">
                <a16:creationId xmlns:a16="http://schemas.microsoft.com/office/drawing/2014/main" id="{5D223258-495F-4ED0-21C7-B41C8F3834E0}"/>
              </a:ext>
            </a:extLst>
          </p:cNvPr>
          <p:cNvSpPr/>
          <p:nvPr/>
        </p:nvSpPr>
        <p:spPr>
          <a:xfrm>
            <a:off x="16897350" y="38004750"/>
            <a:ext cx="10188666" cy="2994975"/>
          </a:xfrm>
          <a:prstGeom prst="roundRect">
            <a:avLst/>
          </a:prstGeom>
          <a:solidFill>
            <a:srgbClr val="FFFFFF"/>
          </a:solidFill>
          <a:ln w="5715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Text 94"/>
          <p:cNvSpPr/>
          <p:nvPr/>
        </p:nvSpPr>
        <p:spPr>
          <a:xfrm>
            <a:off x="17373600" y="40146638"/>
            <a:ext cx="6762750" cy="594360"/>
          </a:xfrm>
          <a:prstGeom prst="rect">
            <a:avLst/>
          </a:prstGeom>
          <a:noFill/>
          <a:ln/>
        </p:spPr>
        <p:txBody>
          <a:bodyPr wrap="square" lIns="0" tIns="0" rIns="0" bIns="0" rtlCol="0" anchor="ctr" anchorCtr="0"/>
          <a:lstStyle/>
          <a:p>
            <a:pPr marL="0" indent="0" algn="r">
              <a:lnSpc>
                <a:spcPct val="120000"/>
              </a:lnSpc>
              <a:buNone/>
            </a:pPr>
            <a:r>
              <a:rPr lang="en-US" sz="2400" dirty="0" err="1">
                <a:latin typeface="Consolas" panose="020B0609020204030204" pitchFamily="49" charset="0"/>
                <a:ea typeface="Calibri" pitchFamily="34" charset="-122"/>
                <a:cs typeface="Consolas" panose="020B0609020204030204" pitchFamily="49" charset="0"/>
              </a:rPr>
              <a:t>hackhpc.github.io</a:t>
            </a:r>
            <a:r>
              <a:rPr lang="en-US" sz="2400" dirty="0">
                <a:latin typeface="Consolas" panose="020B0609020204030204" pitchFamily="49" charset="0"/>
                <a:ea typeface="Calibri" pitchFamily="34" charset="-122"/>
                <a:cs typeface="Consolas" panose="020B0609020204030204" pitchFamily="49" charset="0"/>
              </a:rPr>
              <a:t>/facultyhack-gateways26</a:t>
            </a:r>
            <a:endParaRPr lang="en-US" sz="2400" dirty="0">
              <a:latin typeface="Consolas" panose="020B0609020204030204" pitchFamily="49" charset="0"/>
              <a:cs typeface="Consolas" panose="020B0609020204030204" pitchFamily="49" charset="0"/>
            </a:endParaRPr>
          </a:p>
        </p:txBody>
      </p:sp>
      <p:pic>
        <p:nvPicPr>
          <p:cNvPr id="97" name="Image 0" descr="/home/claude/poster/assets/event_qr.png"/>
          <p:cNvPicPr>
            <a:picLocks noChangeAspect="1"/>
          </p:cNvPicPr>
          <p:nvPr/>
        </p:nvPicPr>
        <p:blipFill>
          <a:blip r:embed="rId12"/>
          <a:stretch>
            <a:fillRect/>
          </a:stretch>
        </p:blipFill>
        <p:spPr>
          <a:xfrm>
            <a:off x="24269700" y="38246151"/>
            <a:ext cx="2495550" cy="2495550"/>
          </a:xfrm>
          <a:prstGeom prst="rect">
            <a:avLst/>
          </a:prstGeom>
        </p:spPr>
      </p:pic>
      <p:pic>
        <p:nvPicPr>
          <p:cNvPr id="106" name="Picture 105">
            <a:extLst>
              <a:ext uri="{FF2B5EF4-FFF2-40B4-BE49-F238E27FC236}">
                <a16:creationId xmlns:a16="http://schemas.microsoft.com/office/drawing/2014/main" id="{BFAA7CBD-BA2A-BE48-1367-95A441E6C885}"/>
              </a:ext>
            </a:extLst>
          </p:cNvPr>
          <p:cNvPicPr>
            <a:picLocks noChangeAspect="1"/>
          </p:cNvPicPr>
          <p:nvPr/>
        </p:nvPicPr>
        <p:blipFill>
          <a:blip r:embed="rId13"/>
          <a:stretch>
            <a:fillRect/>
          </a:stretch>
        </p:blipFill>
        <p:spPr>
          <a:xfrm>
            <a:off x="17038320" y="38176201"/>
            <a:ext cx="7744090" cy="2070202"/>
          </a:xfrm>
          <a:prstGeom prst="rect">
            <a:avLst/>
          </a:prstGeom>
        </p:spPr>
      </p:pic>
      <p:pic>
        <p:nvPicPr>
          <p:cNvPr id="118" name="Graphic 117">
            <a:extLst>
              <a:ext uri="{FF2B5EF4-FFF2-40B4-BE49-F238E27FC236}">
                <a16:creationId xmlns:a16="http://schemas.microsoft.com/office/drawing/2014/main" id="{66911063-24C3-366F-ECF4-6D5CC54EA63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5405095" y="88325"/>
            <a:ext cx="1310610" cy="1310610"/>
          </a:xfrm>
          <a:prstGeom prst="rect">
            <a:avLst/>
          </a:prstGeom>
        </p:spPr>
      </p:pic>
      <p:sp>
        <p:nvSpPr>
          <p:cNvPr id="127" name="Rounded Rectangle 126">
            <a:extLst>
              <a:ext uri="{FF2B5EF4-FFF2-40B4-BE49-F238E27FC236}">
                <a16:creationId xmlns:a16="http://schemas.microsoft.com/office/drawing/2014/main" id="{E6411B07-84E9-624F-0716-29C0D60F67A0}"/>
              </a:ext>
            </a:extLst>
          </p:cNvPr>
          <p:cNvSpPr/>
          <p:nvPr/>
        </p:nvSpPr>
        <p:spPr>
          <a:xfrm>
            <a:off x="552450" y="39528750"/>
            <a:ext cx="13239750" cy="1390650"/>
          </a:xfrm>
          <a:prstGeom prst="roundRect">
            <a:avLst/>
          </a:prstGeom>
          <a:solidFill>
            <a:srgbClr val="FFFFFF"/>
          </a:solidFill>
          <a:ln w="38100">
            <a:solidFill>
              <a:srgbClr val="5B3C1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42D05EC9-5BDF-BA7D-A67A-D2576C37846F}"/>
              </a:ext>
            </a:extLst>
          </p:cNvPr>
          <p:cNvSpPr txBox="1"/>
          <p:nvPr/>
        </p:nvSpPr>
        <p:spPr>
          <a:xfrm>
            <a:off x="24702247" y="1453381"/>
            <a:ext cx="2716306" cy="738664"/>
          </a:xfrm>
          <a:prstGeom prst="rect">
            <a:avLst/>
          </a:prstGeom>
          <a:noFill/>
        </p:spPr>
        <p:txBody>
          <a:bodyPr wrap="square" rtlCol="0">
            <a:spAutoFit/>
          </a:bodyPr>
          <a:lstStyle/>
          <a:p>
            <a:pPr algn="ctr"/>
            <a:r>
              <a:rPr lang="en-US" dirty="0">
                <a:solidFill>
                  <a:srgbClr val="F7E8C9"/>
                </a:solidFill>
              </a:rPr>
              <a:t>SGX3 is funded by the </a:t>
            </a:r>
            <a:br>
              <a:rPr lang="en-US" dirty="0">
                <a:solidFill>
                  <a:srgbClr val="F7E8C9"/>
                </a:solidFill>
              </a:rPr>
            </a:br>
            <a:r>
              <a:rPr lang="en-US" dirty="0">
                <a:solidFill>
                  <a:srgbClr val="F7E8C9"/>
                </a:solidFill>
              </a:rPr>
              <a:t>National Science Foundation </a:t>
            </a:r>
            <a:br>
              <a:rPr lang="en-US" dirty="0">
                <a:solidFill>
                  <a:srgbClr val="F7E8C9"/>
                </a:solidFill>
              </a:rPr>
            </a:br>
            <a:r>
              <a:rPr lang="en-US" dirty="0">
                <a:solidFill>
                  <a:srgbClr val="F7E8C9"/>
                </a:solidFill>
              </a:rPr>
              <a:t>under award number 2231406.</a:t>
            </a:r>
          </a:p>
        </p:txBody>
      </p:sp>
      <p:pic>
        <p:nvPicPr>
          <p:cNvPr id="126" name="Graphic 125" descr="File:Octicons-mark-github.svg - Wikimedia Commons">
            <a:extLst>
              <a:ext uri="{FF2B5EF4-FFF2-40B4-BE49-F238E27FC236}">
                <a16:creationId xmlns:a16="http://schemas.microsoft.com/office/drawing/2014/main" id="{2DEDB063-5C22-682E-DADA-F43E2F9AA0B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80314" y="38401417"/>
            <a:ext cx="462686" cy="462686"/>
          </a:xfrm>
          <a:prstGeom prst="rect">
            <a:avLst/>
          </a:prstGeom>
        </p:spPr>
      </p:pic>
      <p:grpSp>
        <p:nvGrpSpPr>
          <p:cNvPr id="129" name="Group 128">
            <a:extLst>
              <a:ext uri="{FF2B5EF4-FFF2-40B4-BE49-F238E27FC236}">
                <a16:creationId xmlns:a16="http://schemas.microsoft.com/office/drawing/2014/main" id="{F065583D-A13E-F341-15DB-8AF39BE705FB}"/>
              </a:ext>
            </a:extLst>
          </p:cNvPr>
          <p:cNvGrpSpPr/>
          <p:nvPr/>
        </p:nvGrpSpPr>
        <p:grpSpPr>
          <a:xfrm>
            <a:off x="967531" y="39862760"/>
            <a:ext cx="12447689" cy="951231"/>
            <a:chOff x="1268311" y="39757350"/>
            <a:chExt cx="12447689" cy="951231"/>
          </a:xfrm>
        </p:grpSpPr>
        <p:pic>
          <p:nvPicPr>
            <p:cNvPr id="122" name="Google Shape;70;p15">
              <a:extLst>
                <a:ext uri="{FF2B5EF4-FFF2-40B4-BE49-F238E27FC236}">
                  <a16:creationId xmlns:a16="http://schemas.microsoft.com/office/drawing/2014/main" id="{42242A5D-5C93-F783-0BBE-B9F048051AB4}"/>
                </a:ext>
              </a:extLst>
            </p:cNvPr>
            <p:cNvPicPr preferRelativeResize="0"/>
            <p:nvPr/>
          </p:nvPicPr>
          <p:blipFill rotWithShape="1">
            <a:blip r:embed="rId16">
              <a:alphaModFix/>
            </a:blip>
            <a:srcRect/>
            <a:stretch/>
          </p:blipFill>
          <p:spPr>
            <a:xfrm>
              <a:off x="1268311" y="39757350"/>
              <a:ext cx="2604093" cy="777756"/>
            </a:xfrm>
            <a:prstGeom prst="rect">
              <a:avLst/>
            </a:prstGeom>
            <a:noFill/>
            <a:ln>
              <a:noFill/>
            </a:ln>
          </p:spPr>
        </p:pic>
        <p:pic>
          <p:nvPicPr>
            <p:cNvPr id="123" name="Google Shape;71;p15" descr="A green and white logo&#10;&#10;Description automatically generated">
              <a:extLst>
                <a:ext uri="{FF2B5EF4-FFF2-40B4-BE49-F238E27FC236}">
                  <a16:creationId xmlns:a16="http://schemas.microsoft.com/office/drawing/2014/main" id="{7B7A9E83-521F-8B2F-3F26-C296686CE75B}"/>
                </a:ext>
              </a:extLst>
            </p:cNvPr>
            <p:cNvPicPr preferRelativeResize="0"/>
            <p:nvPr/>
          </p:nvPicPr>
          <p:blipFill rotWithShape="1">
            <a:blip r:embed="rId17">
              <a:alphaModFix/>
            </a:blip>
            <a:srcRect/>
            <a:stretch/>
          </p:blipFill>
          <p:spPr>
            <a:xfrm>
              <a:off x="3979096" y="39757350"/>
              <a:ext cx="1851047" cy="951231"/>
            </a:xfrm>
            <a:prstGeom prst="rect">
              <a:avLst/>
            </a:prstGeom>
            <a:noFill/>
            <a:ln>
              <a:noFill/>
            </a:ln>
          </p:spPr>
        </p:pic>
        <p:pic>
          <p:nvPicPr>
            <p:cNvPr id="124" name="Google Shape;72;p15" descr="A blue and orange logo&#10;&#10;Description automatically generated">
              <a:extLst>
                <a:ext uri="{FF2B5EF4-FFF2-40B4-BE49-F238E27FC236}">
                  <a16:creationId xmlns:a16="http://schemas.microsoft.com/office/drawing/2014/main" id="{96B11CD3-5471-BCC6-4E1D-9968793C45CE}"/>
                </a:ext>
              </a:extLst>
            </p:cNvPr>
            <p:cNvPicPr preferRelativeResize="0"/>
            <p:nvPr/>
          </p:nvPicPr>
          <p:blipFill rotWithShape="1">
            <a:blip r:embed="rId18">
              <a:alphaModFix/>
            </a:blip>
            <a:srcRect/>
            <a:stretch/>
          </p:blipFill>
          <p:spPr>
            <a:xfrm>
              <a:off x="5936835" y="39757350"/>
              <a:ext cx="2781357" cy="797386"/>
            </a:xfrm>
            <a:prstGeom prst="rect">
              <a:avLst/>
            </a:prstGeom>
            <a:noFill/>
            <a:ln>
              <a:noFill/>
            </a:ln>
          </p:spPr>
        </p:pic>
        <p:pic>
          <p:nvPicPr>
            <p:cNvPr id="125" name="Google Shape;73;p15">
              <a:extLst>
                <a:ext uri="{FF2B5EF4-FFF2-40B4-BE49-F238E27FC236}">
                  <a16:creationId xmlns:a16="http://schemas.microsoft.com/office/drawing/2014/main" id="{2978B803-2680-4763-B377-778745434AC3}"/>
                </a:ext>
              </a:extLst>
            </p:cNvPr>
            <p:cNvPicPr preferRelativeResize="0"/>
            <p:nvPr/>
          </p:nvPicPr>
          <p:blipFill rotWithShape="1">
            <a:blip r:embed="rId19">
              <a:alphaModFix/>
            </a:blip>
            <a:srcRect/>
            <a:stretch/>
          </p:blipFill>
          <p:spPr>
            <a:xfrm>
              <a:off x="8824884" y="39757350"/>
              <a:ext cx="2036696" cy="797386"/>
            </a:xfrm>
            <a:prstGeom prst="rect">
              <a:avLst/>
            </a:prstGeom>
            <a:noFill/>
            <a:ln>
              <a:noFill/>
            </a:ln>
          </p:spPr>
        </p:pic>
        <p:pic>
          <p:nvPicPr>
            <p:cNvPr id="128" name="Graphic 127" descr="HackHPC">
              <a:extLst>
                <a:ext uri="{FF2B5EF4-FFF2-40B4-BE49-F238E27FC236}">
                  <a16:creationId xmlns:a16="http://schemas.microsoft.com/office/drawing/2014/main" id="{13516288-4EB2-5F78-7005-2E07A80CF58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10968274" y="39757350"/>
              <a:ext cx="2747726" cy="735998"/>
            </a:xfrm>
            <a:prstGeom prst="rect">
              <a:avLst/>
            </a:prstGeom>
          </p:spPr>
        </p:pic>
      </p:grpSp>
      <p:pic>
        <p:nvPicPr>
          <p:cNvPr id="5" name="Picture 4">
            <a:extLst>
              <a:ext uri="{FF2B5EF4-FFF2-40B4-BE49-F238E27FC236}">
                <a16:creationId xmlns:a16="http://schemas.microsoft.com/office/drawing/2014/main" id="{AD2FCA18-AC89-D448-890E-9B47B054D9B3}"/>
              </a:ext>
            </a:extLst>
          </p:cNvPr>
          <p:cNvPicPr>
            <a:picLocks noChangeAspect="1"/>
          </p:cNvPicPr>
          <p:nvPr/>
        </p:nvPicPr>
        <p:blipFill>
          <a:blip r:embed="rId21"/>
          <a:stretch>
            <a:fillRect/>
          </a:stretch>
        </p:blipFill>
        <p:spPr>
          <a:xfrm>
            <a:off x="914400" y="35345660"/>
            <a:ext cx="1005840" cy="1509703"/>
          </a:xfrm>
          <a:prstGeom prst="rect">
            <a:avLst/>
          </a:prstGeom>
        </p:spPr>
      </p:pic>
      <p:pic>
        <p:nvPicPr>
          <p:cNvPr id="61" name="Picture 60" descr="Economics and Data Science academic poster">
            <a:extLst>
              <a:ext uri="{FF2B5EF4-FFF2-40B4-BE49-F238E27FC236}">
                <a16:creationId xmlns:a16="http://schemas.microsoft.com/office/drawing/2014/main" id="{DA2EE9CD-59C0-7E58-450F-D1F9F4B73A1C}"/>
              </a:ext>
            </a:extLst>
          </p:cNvPr>
          <p:cNvPicPr>
            <a:picLocks noChangeAspect="1"/>
          </p:cNvPicPr>
          <p:nvPr/>
        </p:nvPicPr>
        <p:blipFill>
          <a:blip r:embed="rId22"/>
          <a:stretch>
            <a:fillRect/>
          </a:stretch>
        </p:blipFill>
        <p:spPr>
          <a:xfrm>
            <a:off x="845797" y="21780274"/>
            <a:ext cx="7571615" cy="5047744"/>
          </a:xfrm>
          <a:prstGeom prst="rect">
            <a:avLst/>
          </a:prstGeom>
        </p:spPr>
      </p:pic>
      <p:pic>
        <p:nvPicPr>
          <p:cNvPr id="62" name="Picture 61" descr="Jetstream2 and CloudBank research computing poster">
            <a:extLst>
              <a:ext uri="{FF2B5EF4-FFF2-40B4-BE49-F238E27FC236}">
                <a16:creationId xmlns:a16="http://schemas.microsoft.com/office/drawing/2014/main" id="{A598715F-B2EF-270B-264A-C99DC626718A}"/>
              </a:ext>
            </a:extLst>
          </p:cNvPr>
          <p:cNvPicPr>
            <a:picLocks noChangeAspect="1"/>
          </p:cNvPicPr>
          <p:nvPr/>
        </p:nvPicPr>
        <p:blipFill>
          <a:blip r:embed="rId23"/>
          <a:srcRect t="11795"/>
          <a:stretch>
            <a:fillRect/>
          </a:stretch>
        </p:blipFill>
        <p:spPr>
          <a:xfrm>
            <a:off x="17830800" y="17003911"/>
            <a:ext cx="6187864" cy="3638667"/>
          </a:xfrm>
          <a:prstGeom prst="rect">
            <a:avLst/>
          </a:prstGeom>
        </p:spPr>
      </p:pic>
      <p:pic>
        <p:nvPicPr>
          <p:cNvPr id="19" name="Picture 18">
            <a:extLst>
              <a:ext uri="{FF2B5EF4-FFF2-40B4-BE49-F238E27FC236}">
                <a16:creationId xmlns:a16="http://schemas.microsoft.com/office/drawing/2014/main" id="{29EFC6A9-5653-305B-DAA9-842377A307A9}"/>
              </a:ext>
            </a:extLst>
          </p:cNvPr>
          <p:cNvPicPr>
            <a:picLocks noChangeAspect="1"/>
          </p:cNvPicPr>
          <p:nvPr/>
        </p:nvPicPr>
        <p:blipFill>
          <a:blip r:embed="rId24"/>
          <a:stretch>
            <a:fillRect/>
          </a:stretch>
        </p:blipFill>
        <p:spPr>
          <a:xfrm>
            <a:off x="23992932" y="15744085"/>
            <a:ext cx="3307622" cy="4961433"/>
          </a:xfrm>
          <a:prstGeom prst="rect">
            <a:avLst/>
          </a:prstGeom>
        </p:spPr>
      </p:pic>
      <p:pic>
        <p:nvPicPr>
          <p:cNvPr id="64" name="Picture 63">
            <a:extLst>
              <a:ext uri="{FF2B5EF4-FFF2-40B4-BE49-F238E27FC236}">
                <a16:creationId xmlns:a16="http://schemas.microsoft.com/office/drawing/2014/main" id="{1156074A-2911-AA34-5628-5DE3251FDB59}"/>
              </a:ext>
            </a:extLst>
          </p:cNvPr>
          <p:cNvPicPr>
            <a:picLocks noChangeAspect="1"/>
          </p:cNvPicPr>
          <p:nvPr/>
        </p:nvPicPr>
        <p:blipFill>
          <a:blip r:embed="rId25"/>
          <a:stretch>
            <a:fillRect/>
          </a:stretch>
        </p:blipFill>
        <p:spPr>
          <a:xfrm>
            <a:off x="9027712" y="21865280"/>
            <a:ext cx="8229600" cy="5486400"/>
          </a:xfrm>
          <a:prstGeom prst="rect">
            <a:avLst/>
          </a:prstGeom>
        </p:spPr>
      </p:pic>
      <p:pic>
        <p:nvPicPr>
          <p:cNvPr id="69" name="Picture 68">
            <a:extLst>
              <a:ext uri="{FF2B5EF4-FFF2-40B4-BE49-F238E27FC236}">
                <a16:creationId xmlns:a16="http://schemas.microsoft.com/office/drawing/2014/main" id="{8719383E-9C04-9799-7055-565A43AAB84A}"/>
              </a:ext>
            </a:extLst>
          </p:cNvPr>
          <p:cNvPicPr>
            <a:picLocks noChangeAspect="1"/>
          </p:cNvPicPr>
          <p:nvPr/>
        </p:nvPicPr>
        <p:blipFill>
          <a:blip r:embed="rId26"/>
          <a:stretch>
            <a:fillRect/>
          </a:stretch>
        </p:blipFill>
        <p:spPr>
          <a:xfrm>
            <a:off x="758460" y="3880889"/>
            <a:ext cx="14464145" cy="9642763"/>
          </a:xfrm>
          <a:prstGeom prst="rect">
            <a:avLst/>
          </a:prstGeom>
        </p:spPr>
      </p:pic>
      <p:pic>
        <p:nvPicPr>
          <p:cNvPr id="96" name="Picture 95" descr="Widescreen academic poster with classic serif font">
            <a:extLst>
              <a:ext uri="{FF2B5EF4-FFF2-40B4-BE49-F238E27FC236}">
                <a16:creationId xmlns:a16="http://schemas.microsoft.com/office/drawing/2014/main" id="{95261544-EF82-0D3A-BC5E-9A4CB94EA600}"/>
              </a:ext>
            </a:extLst>
          </p:cNvPr>
          <p:cNvPicPr>
            <a:picLocks noChangeAspect="1"/>
          </p:cNvPicPr>
          <p:nvPr/>
        </p:nvPicPr>
        <p:blipFill>
          <a:blip r:embed="rId27"/>
          <a:srcRect t="3848"/>
          <a:stretch>
            <a:fillRect/>
          </a:stretch>
        </p:blipFill>
        <p:spPr>
          <a:xfrm>
            <a:off x="18467319" y="4299261"/>
            <a:ext cx="8125561" cy="5208573"/>
          </a:xfrm>
          <a:prstGeom prst="rect">
            <a:avLst/>
          </a:prstGeom>
        </p:spPr>
      </p:pic>
      <p:pic>
        <p:nvPicPr>
          <p:cNvPr id="105" name="Picture 104" descr="Economics and Data Science academic poster">
            <a:extLst>
              <a:ext uri="{FF2B5EF4-FFF2-40B4-BE49-F238E27FC236}">
                <a16:creationId xmlns:a16="http://schemas.microsoft.com/office/drawing/2014/main" id="{37AFCD06-A6A9-82A1-6205-CDD78558D928}"/>
              </a:ext>
            </a:extLst>
          </p:cNvPr>
          <p:cNvPicPr>
            <a:picLocks noChangeAspect="1"/>
          </p:cNvPicPr>
          <p:nvPr/>
        </p:nvPicPr>
        <p:blipFill>
          <a:blip r:embed="rId22"/>
          <a:srcRect l="50903" t="14450" r="3298"/>
          <a:stretch>
            <a:fillRect/>
          </a:stretch>
        </p:blipFill>
        <p:spPr>
          <a:xfrm>
            <a:off x="14996160" y="8835427"/>
            <a:ext cx="3352735" cy="4847086"/>
          </a:xfrm>
          <a:prstGeom prst="rect">
            <a:avLst/>
          </a:prstGeom>
        </p:spPr>
      </p:pic>
      <p:pic>
        <p:nvPicPr>
          <p:cNvPr id="108" name="Picture 107" descr="Economics and Data Science academic poster">
            <a:extLst>
              <a:ext uri="{FF2B5EF4-FFF2-40B4-BE49-F238E27FC236}">
                <a16:creationId xmlns:a16="http://schemas.microsoft.com/office/drawing/2014/main" id="{DC59218A-4B9D-F10D-8763-0C74D657C68C}"/>
              </a:ext>
            </a:extLst>
          </p:cNvPr>
          <p:cNvPicPr>
            <a:picLocks noChangeAspect="1"/>
          </p:cNvPicPr>
          <p:nvPr/>
        </p:nvPicPr>
        <p:blipFill>
          <a:blip r:embed="rId22"/>
          <a:srcRect t="13034" r="53104"/>
          <a:stretch>
            <a:fillRect/>
          </a:stretch>
        </p:blipFill>
        <p:spPr>
          <a:xfrm>
            <a:off x="15056266" y="3904090"/>
            <a:ext cx="3352735" cy="4853673"/>
          </a:xfrm>
          <a:prstGeom prst="rect">
            <a:avLst/>
          </a:prstGeom>
        </p:spPr>
      </p:pic>
      <p:pic>
        <p:nvPicPr>
          <p:cNvPr id="111" name="Picture 110" descr="Widescreen grading breakdown with modern sans-serif and gradient icons">
            <a:extLst>
              <a:ext uri="{FF2B5EF4-FFF2-40B4-BE49-F238E27FC236}">
                <a16:creationId xmlns:a16="http://schemas.microsoft.com/office/drawing/2014/main" id="{D4450141-AC57-2A40-7E83-E6B918D981A9}"/>
              </a:ext>
            </a:extLst>
          </p:cNvPr>
          <p:cNvPicPr>
            <a:picLocks noChangeAspect="1"/>
          </p:cNvPicPr>
          <p:nvPr/>
        </p:nvPicPr>
        <p:blipFill>
          <a:blip r:embed="rId28"/>
          <a:srcRect t="9965" b="24134"/>
          <a:stretch>
            <a:fillRect/>
          </a:stretch>
        </p:blipFill>
        <p:spPr>
          <a:xfrm>
            <a:off x="1211033" y="16930419"/>
            <a:ext cx="7577986" cy="2737186"/>
          </a:xfrm>
          <a:prstGeom prst="rect">
            <a:avLst/>
          </a:prstGeom>
        </p:spPr>
      </p:pic>
      <p:pic>
        <p:nvPicPr>
          <p:cNvPr id="11" name="Picture 10">
            <a:extLst>
              <a:ext uri="{FF2B5EF4-FFF2-40B4-BE49-F238E27FC236}">
                <a16:creationId xmlns:a16="http://schemas.microsoft.com/office/drawing/2014/main" id="{0A47BA38-D5D0-A707-7050-EB38539E3918}"/>
              </a:ext>
            </a:extLst>
          </p:cNvPr>
          <p:cNvPicPr>
            <a:picLocks noChangeAspect="1"/>
          </p:cNvPicPr>
          <p:nvPr/>
        </p:nvPicPr>
        <p:blipFill>
          <a:blip r:embed="rId29"/>
          <a:stretch>
            <a:fillRect/>
          </a:stretch>
        </p:blipFill>
        <p:spPr>
          <a:xfrm>
            <a:off x="1429817" y="26828018"/>
            <a:ext cx="7064330" cy="470955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1253</TotalTime>
  <Words>1284</Words>
  <Application>Microsoft Office PowerPoint</Application>
  <PresentationFormat>Custom</PresentationFormat>
  <Paragraphs>99</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 Unicode MS</vt:lpstr>
      <vt:lpstr>Arial</vt:lpstr>
      <vt:lpstr>Calibri</vt:lpstr>
      <vt:lpstr>Cambria</vt:lpstr>
      <vt:lpstr>Consolas</vt:lpstr>
      <vt:lpstr>Wingdings</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Oyerinde, Oyebade</cp:lastModifiedBy>
  <cp:revision>4</cp:revision>
  <dcterms:created xsi:type="dcterms:W3CDTF">2026-07-31T15:08:06Z</dcterms:created>
  <dcterms:modified xsi:type="dcterms:W3CDTF">2026-08-14T21:59:50Z</dcterms:modified>
</cp:coreProperties>
</file>